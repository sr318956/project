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9" r:id="rId1"/>
    <p:sldMasterId id="2147483712" r:id="rId2"/>
  </p:sldMasterIdLst>
  <p:notesMasterIdLst>
    <p:notesMasterId r:id="rId13"/>
  </p:notesMasterIdLst>
  <p:handoutMasterIdLst>
    <p:handoutMasterId r:id="rId14"/>
  </p:handoutMasterIdLst>
  <p:sldIdLst>
    <p:sldId id="262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56" r:id="rId11"/>
    <p:sldId id="265" r:id="rId12"/>
  </p:sldIdLst>
  <p:sldSz cx="9144000" cy="5143500" type="screen16x9"/>
  <p:notesSz cx="6858000" cy="9144000"/>
  <p:embeddedFontLst>
    <p:embeddedFont>
      <p:font typeface="ADLaM Display" panose="02010000000000000000" pitchFamily="2" charset="0"/>
      <p:regular r:id="rId15"/>
    </p:embeddedFont>
    <p:embeddedFont>
      <p:font typeface="Algerian" panose="04020705040A02060702" pitchFamily="82" charset="0"/>
      <p:regular r:id="rId16"/>
    </p:embeddedFont>
    <p:embeddedFont>
      <p:font typeface="Andalus" panose="02020603050405020304" pitchFamily="18" charset="-78"/>
      <p:regular r:id="rId17"/>
    </p:embeddedFont>
    <p:embeddedFont>
      <p:font typeface="Arial Black" panose="020B0A04020102020204" pitchFamily="34" charset="0"/>
      <p:bold r:id="rId18"/>
    </p:embeddedFont>
    <p:embeddedFont>
      <p:font typeface="Bahnschrift Condensed" panose="020B0502040204020203" pitchFamily="34" charset="0"/>
      <p:regular r:id="rId19"/>
      <p:bold r:id="rId20"/>
    </p:embeddedFont>
    <p:embeddedFont>
      <p:font typeface="Georgia" panose="02040502050405020303" pitchFamily="18" charset="0"/>
      <p:regular r:id="rId21"/>
      <p:bold r:id="rId22"/>
      <p:italic r:id="rId23"/>
      <p:boldItalic r:id="rId24"/>
    </p:embeddedFont>
    <p:embeddedFont>
      <p:font typeface="Impact" panose="020B0806030902050204" pitchFamily="34" charset="0"/>
      <p:regular r:id="rId25"/>
    </p:embeddedFont>
    <p:embeddedFont>
      <p:font typeface="Open Sans" panose="020B0606030504020204" pitchFamily="34" charset="0"/>
      <p:regular r:id="rId26"/>
    </p:embeddedFont>
    <p:embeddedFont>
      <p:font typeface="Proxima Nova" panose="020B0604020202020204" charset="0"/>
      <p:regular r:id="rId27"/>
      <p:bold r:id="rId28"/>
      <p:italic r:id="rId29"/>
      <p:boldItalic r:id="rId30"/>
    </p:embeddedFont>
    <p:embeddedFont>
      <p:font typeface="Raleway" pitchFamily="2" charset="0"/>
      <p:regular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A5C0AA4-9BAD-4CF4-A244-3645AFE0F681}">
          <p14:sldIdLst>
            <p14:sldId id="262"/>
            <p14:sldId id="257"/>
            <p14:sldId id="258"/>
            <p14:sldId id="259"/>
            <p14:sldId id="263"/>
            <p14:sldId id="260"/>
            <p14:sldId id="264"/>
            <p14:sldId id="261"/>
            <p14:sldId id="256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36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1.xml"/><Relationship Id="rId21" Type="http://schemas.openxmlformats.org/officeDocument/2006/relationships/font" Target="fonts/font7.fntdata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OTLAB\Desktop\Saedur_Rahman_final_Project_MS_Excel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" cap="rnd">
              <a:solidFill>
                <a:schemeClr val="tx1">
                  <a:lumMod val="75000"/>
                  <a:lumOff val="2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tx1">
                  <a:lumMod val="75000"/>
                  <a:lumOff val="25000"/>
                </a:schemeClr>
              </a:solidFill>
              <a:ln w="6350">
                <a:noFill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30</c:v>
                </c:pt>
                <c:pt idx="2">
                  <c:v>25</c:v>
                </c:pt>
                <c:pt idx="3">
                  <c:v>15</c:v>
                </c:pt>
                <c:pt idx="4">
                  <c:v>20</c:v>
                </c:pt>
                <c:pt idx="5">
                  <c:v>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3D0-4211-AA0C-C3E7B74F87A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6350" cap="rnd">
              <a:solidFill>
                <a:srgbClr val="CE295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CE295E"/>
              </a:solidFill>
              <a:ln w="6350">
                <a:noFill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50</c:v>
                </c:pt>
                <c:pt idx="2">
                  <c:v>30</c:v>
                </c:pt>
                <c:pt idx="3">
                  <c:v>10</c:v>
                </c:pt>
                <c:pt idx="4">
                  <c:v>5</c:v>
                </c:pt>
                <c:pt idx="5">
                  <c:v>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3D0-4211-AA0C-C3E7B74F87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9105304"/>
        <c:axId val="799112752"/>
      </c:lineChart>
      <c:catAx>
        <c:axId val="7991053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9112752"/>
        <c:crosses val="autoZero"/>
        <c:auto val="1"/>
        <c:lblAlgn val="ctr"/>
        <c:lblOffset val="100"/>
        <c:noMultiLvlLbl val="1"/>
      </c:catAx>
      <c:valAx>
        <c:axId val="7991127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9105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>
                <a:solidFill>
                  <a:srgbClr val="FF0000"/>
                </a:solidFill>
                <a:latin typeface="Arial Black" panose="020B0A04020102020204" pitchFamily="34" charset="0"/>
              </a:rPr>
              <a:t>Yearly</a:t>
            </a:r>
            <a:r>
              <a:rPr lang="en-US" sz="1100" baseline="0">
                <a:solidFill>
                  <a:srgbClr val="FF0000"/>
                </a:solidFill>
                <a:latin typeface="Arial Black" panose="020B0A04020102020204" pitchFamily="34" charset="0"/>
              </a:rPr>
              <a:t> Report</a:t>
            </a:r>
            <a:endParaRPr lang="en-US" sz="1100">
              <a:solidFill>
                <a:srgbClr val="FF0000"/>
              </a:solidFill>
              <a:latin typeface="Arial Black" panose="020B0A04020102020204" pitchFamily="34" charset="0"/>
            </a:endParaRPr>
          </a:p>
        </c:rich>
      </c:tx>
      <c:overlay val="0"/>
      <c:spPr>
        <a:solidFill>
          <a:schemeClr val="accent1">
            <a:lumMod val="40000"/>
            <a:lumOff val="60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Sheet4!$B$2</c:f>
              <c:strCache>
                <c:ptCount val="1"/>
                <c:pt idx="0">
                  <c:v>Expenses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Sheet4!$A$3:$A$14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Sheet4!$B$3:$B$14</c:f>
              <c:numCache>
                <c:formatCode>General</c:formatCode>
                <c:ptCount val="12"/>
                <c:pt idx="0">
                  <c:v>9288500</c:v>
                </c:pt>
                <c:pt idx="1">
                  <c:v>9744300</c:v>
                </c:pt>
                <c:pt idx="2">
                  <c:v>8904700</c:v>
                </c:pt>
                <c:pt idx="3">
                  <c:v>7345200</c:v>
                </c:pt>
                <c:pt idx="4">
                  <c:v>8987000</c:v>
                </c:pt>
                <c:pt idx="5">
                  <c:v>5215400</c:v>
                </c:pt>
                <c:pt idx="6">
                  <c:v>9976500</c:v>
                </c:pt>
                <c:pt idx="7">
                  <c:v>7976700</c:v>
                </c:pt>
                <c:pt idx="8">
                  <c:v>9879000</c:v>
                </c:pt>
                <c:pt idx="9">
                  <c:v>6234800</c:v>
                </c:pt>
                <c:pt idx="10">
                  <c:v>4534800</c:v>
                </c:pt>
                <c:pt idx="11">
                  <c:v>8348700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3D-43AC-83CE-8378FEBEF64D}"/>
            </c:ext>
          </c:extLst>
        </c:ser>
        <c:ser>
          <c:idx val="1"/>
          <c:order val="1"/>
          <c:tx>
            <c:strRef>
              <c:f>Sheet4!$C$2</c:f>
              <c:strCache>
                <c:ptCount val="1"/>
                <c:pt idx="0">
                  <c:v>Sales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Sheet4!$A$3:$A$14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Sheet4!$C$3:$C$14</c:f>
              <c:numCache>
                <c:formatCode>General</c:formatCode>
                <c:ptCount val="12"/>
                <c:pt idx="0">
                  <c:v>8750000</c:v>
                </c:pt>
                <c:pt idx="1">
                  <c:v>9920000</c:v>
                </c:pt>
                <c:pt idx="2">
                  <c:v>10000000</c:v>
                </c:pt>
                <c:pt idx="3">
                  <c:v>7957400</c:v>
                </c:pt>
                <c:pt idx="4">
                  <c:v>9876500</c:v>
                </c:pt>
                <c:pt idx="5">
                  <c:v>5164500</c:v>
                </c:pt>
                <c:pt idx="6">
                  <c:v>11543600</c:v>
                </c:pt>
                <c:pt idx="7">
                  <c:v>8087900</c:v>
                </c:pt>
                <c:pt idx="8">
                  <c:v>9969800</c:v>
                </c:pt>
                <c:pt idx="9">
                  <c:v>7024000</c:v>
                </c:pt>
                <c:pt idx="10">
                  <c:v>4809300</c:v>
                </c:pt>
                <c:pt idx="11">
                  <c:v>8834800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3D-43AC-83CE-8378FEBEF64D}"/>
            </c:ext>
          </c:extLst>
        </c:ser>
        <c:ser>
          <c:idx val="2"/>
          <c:order val="2"/>
          <c:tx>
            <c:strRef>
              <c:f>Sheet4!$D$2</c:f>
              <c:strCache>
                <c:ptCount val="1"/>
                <c:pt idx="0">
                  <c:v>Profit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Sheet4!$A$3:$A$14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Sheet4!$D$3:$D$14</c:f>
              <c:numCache>
                <c:formatCode>General</c:formatCode>
                <c:ptCount val="12"/>
                <c:pt idx="0">
                  <c:v>-538500</c:v>
                </c:pt>
                <c:pt idx="1">
                  <c:v>175700</c:v>
                </c:pt>
                <c:pt idx="2">
                  <c:v>1095300</c:v>
                </c:pt>
                <c:pt idx="3">
                  <c:v>612200</c:v>
                </c:pt>
                <c:pt idx="4">
                  <c:v>889500</c:v>
                </c:pt>
                <c:pt idx="5">
                  <c:v>-50900</c:v>
                </c:pt>
                <c:pt idx="6">
                  <c:v>1567100</c:v>
                </c:pt>
                <c:pt idx="7">
                  <c:v>111200</c:v>
                </c:pt>
                <c:pt idx="8">
                  <c:v>90800</c:v>
                </c:pt>
                <c:pt idx="9">
                  <c:v>789200</c:v>
                </c:pt>
                <c:pt idx="10">
                  <c:v>274500</c:v>
                </c:pt>
                <c:pt idx="11">
                  <c:v>486100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53D-43AC-83CE-8378FEBEF6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5145440"/>
        <c:axId val="93083616"/>
      </c:lineChart>
      <c:catAx>
        <c:axId val="95145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083616"/>
        <c:crosses val="autoZero"/>
        <c:auto val="1"/>
        <c:lblAlgn val="ctr"/>
        <c:lblOffset val="100"/>
        <c:noMultiLvlLbl val="0"/>
      </c:catAx>
      <c:valAx>
        <c:axId val="93083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145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pixabay.com/en/flat-screen-tv-television-screen-32307/" TargetMode="External"/><Relationship Id="rId1" Type="http://schemas.openxmlformats.org/officeDocument/2006/relationships/image" Target="../media/image5.png"/><Relationship Id="rId6" Type="http://schemas.openxmlformats.org/officeDocument/2006/relationships/hyperlink" Target="https://meter.ac/gs/nodes/N43/photo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pxhere.com/en/photo/34078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hyperlink" Target="http://pixabay.com/en/flat-screen-tv-television-screen-32307/" TargetMode="External"/><Relationship Id="rId1" Type="http://schemas.openxmlformats.org/officeDocument/2006/relationships/image" Target="../media/image5.png"/><Relationship Id="rId6" Type="http://schemas.openxmlformats.org/officeDocument/2006/relationships/hyperlink" Target="https://meter.ac/gs/nodes/N43/photo.html" TargetMode="External"/><Relationship Id="rId5" Type="http://schemas.openxmlformats.org/officeDocument/2006/relationships/image" Target="../media/image7.jpg"/><Relationship Id="rId4" Type="http://schemas.openxmlformats.org/officeDocument/2006/relationships/hyperlink" Target="https://pxhere.com/en/photo/34078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2E23A4-35D3-4EEC-92B6-C2F53F465BFB}" type="doc">
      <dgm:prSet loTypeId="urn:microsoft.com/office/officeart/2005/8/layout/hList2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F31E23-B685-40C4-8F10-8C012E3335A3}">
      <dgm:prSet phldrT="[Text]"/>
      <dgm:spPr/>
      <dgm:t>
        <a:bodyPr/>
        <a:lstStyle/>
        <a:p>
          <a:r>
            <a:rPr lang="en-US" b="1" i="0" dirty="0">
              <a:solidFill>
                <a:srgbClr val="616161"/>
              </a:solidFill>
              <a:latin typeface="Proxima Nova"/>
            </a:rPr>
            <a:t>Consumer Electronics</a:t>
          </a:r>
          <a:endParaRPr lang="en-US" dirty="0"/>
        </a:p>
      </dgm:t>
    </dgm:pt>
    <dgm:pt modelId="{3ADCFF4B-B4E3-4D93-8C4B-C9569025EDAB}" type="parTrans" cxnId="{5C177F6E-4F02-4AD1-9AB5-CD7345B75C74}">
      <dgm:prSet/>
      <dgm:spPr/>
      <dgm:t>
        <a:bodyPr/>
        <a:lstStyle/>
        <a:p>
          <a:endParaRPr lang="en-US"/>
        </a:p>
      </dgm:t>
    </dgm:pt>
    <dgm:pt modelId="{4FD30CE7-204A-4379-905A-A3384031F755}" type="sibTrans" cxnId="{5C177F6E-4F02-4AD1-9AB5-CD7345B75C74}">
      <dgm:prSet/>
      <dgm:spPr/>
      <dgm:t>
        <a:bodyPr/>
        <a:lstStyle/>
        <a:p>
          <a:endParaRPr lang="en-US"/>
        </a:p>
      </dgm:t>
    </dgm:pt>
    <dgm:pt modelId="{B64A364D-D696-4012-8F15-4A79DB12D9E6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Televisions</a:t>
          </a:r>
          <a:endParaRPr lang="en-US" dirty="0">
            <a:solidFill>
              <a:schemeClr val="tx1"/>
            </a:solidFill>
          </a:endParaRPr>
        </a:p>
      </dgm:t>
    </dgm:pt>
    <dgm:pt modelId="{3AD9BFCE-5D65-4A71-B8A3-A69723917C35}" type="parTrans" cxnId="{A3BEB93B-CF42-445B-8E31-EE43728CBB54}">
      <dgm:prSet/>
      <dgm:spPr/>
      <dgm:t>
        <a:bodyPr/>
        <a:lstStyle/>
        <a:p>
          <a:endParaRPr lang="en-US"/>
        </a:p>
      </dgm:t>
    </dgm:pt>
    <dgm:pt modelId="{EDC7460E-1B34-494C-9BE3-6062534A5C0C}" type="sibTrans" cxnId="{A3BEB93B-CF42-445B-8E31-EE43728CBB54}">
      <dgm:prSet/>
      <dgm:spPr/>
      <dgm:t>
        <a:bodyPr/>
        <a:lstStyle/>
        <a:p>
          <a:endParaRPr lang="en-US"/>
        </a:p>
      </dgm:t>
    </dgm:pt>
    <dgm:pt modelId="{D4751840-0FE4-4BE2-A203-EA7EB116736B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Audio systems</a:t>
          </a:r>
          <a:endParaRPr lang="en-US" dirty="0">
            <a:solidFill>
              <a:schemeClr val="tx1"/>
            </a:solidFill>
          </a:endParaRPr>
        </a:p>
      </dgm:t>
    </dgm:pt>
    <dgm:pt modelId="{B1E0C210-86CB-4493-BC3E-A1E0991BF444}" type="parTrans" cxnId="{9650CCB8-4A5E-4870-BDAA-8D5323D75D63}">
      <dgm:prSet/>
      <dgm:spPr/>
      <dgm:t>
        <a:bodyPr/>
        <a:lstStyle/>
        <a:p>
          <a:endParaRPr lang="en-US"/>
        </a:p>
      </dgm:t>
    </dgm:pt>
    <dgm:pt modelId="{C1E80730-D535-4C26-83F5-42353242B525}" type="sibTrans" cxnId="{9650CCB8-4A5E-4870-BDAA-8D5323D75D63}">
      <dgm:prSet/>
      <dgm:spPr/>
      <dgm:t>
        <a:bodyPr/>
        <a:lstStyle/>
        <a:p>
          <a:endParaRPr lang="en-US"/>
        </a:p>
      </dgm:t>
    </dgm:pt>
    <dgm:pt modelId="{CC1BEFB3-2E18-4A4B-8538-E1C3A1CC7AF7}">
      <dgm:prSet phldrT="[Text]"/>
      <dgm:spPr/>
      <dgm:t>
        <a:bodyPr/>
        <a:lstStyle/>
        <a:p>
          <a:r>
            <a:rPr lang="en-US" b="1" i="0" dirty="0">
              <a:solidFill>
                <a:srgbClr val="616161"/>
              </a:solidFill>
              <a:latin typeface="Proxima Nova"/>
            </a:rPr>
            <a:t>Personal Devices</a:t>
          </a:r>
          <a:endParaRPr lang="en-US" dirty="0"/>
        </a:p>
      </dgm:t>
    </dgm:pt>
    <dgm:pt modelId="{F669F51E-1ACC-42ED-83CE-0568AE05DDD4}" type="parTrans" cxnId="{577F9AC0-DA31-4D4C-96DE-362DE39358C5}">
      <dgm:prSet/>
      <dgm:spPr/>
      <dgm:t>
        <a:bodyPr/>
        <a:lstStyle/>
        <a:p>
          <a:endParaRPr lang="en-US"/>
        </a:p>
      </dgm:t>
    </dgm:pt>
    <dgm:pt modelId="{591D0596-6B92-4897-AB20-AE27C7E792F8}" type="sibTrans" cxnId="{577F9AC0-DA31-4D4C-96DE-362DE39358C5}">
      <dgm:prSet/>
      <dgm:spPr/>
      <dgm:t>
        <a:bodyPr/>
        <a:lstStyle/>
        <a:p>
          <a:endParaRPr lang="en-US"/>
        </a:p>
      </dgm:t>
    </dgm:pt>
    <dgm:pt modelId="{7B7B1FF6-9937-4E8F-9563-A6304197BE0E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Tablets</a:t>
          </a:r>
          <a:endParaRPr lang="en-US" dirty="0">
            <a:solidFill>
              <a:schemeClr val="tx1"/>
            </a:solidFill>
          </a:endParaRPr>
        </a:p>
      </dgm:t>
    </dgm:pt>
    <dgm:pt modelId="{85AAF13E-9E7A-4B4F-ADF2-715FECE094FB}" type="parTrans" cxnId="{FBF4DA36-CCA1-4E17-9236-303DEE177221}">
      <dgm:prSet/>
      <dgm:spPr/>
      <dgm:t>
        <a:bodyPr/>
        <a:lstStyle/>
        <a:p>
          <a:endParaRPr lang="en-US"/>
        </a:p>
      </dgm:t>
    </dgm:pt>
    <dgm:pt modelId="{8956A281-4EDF-4302-AEAA-63AEAF180BF4}" type="sibTrans" cxnId="{FBF4DA36-CCA1-4E17-9236-303DEE177221}">
      <dgm:prSet/>
      <dgm:spPr/>
      <dgm:t>
        <a:bodyPr/>
        <a:lstStyle/>
        <a:p>
          <a:endParaRPr lang="en-US"/>
        </a:p>
      </dgm:t>
    </dgm:pt>
    <dgm:pt modelId="{077FD717-6879-4C45-8788-3DD83D412015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Wearables</a:t>
          </a:r>
          <a:endParaRPr lang="en-US" dirty="0">
            <a:solidFill>
              <a:schemeClr val="tx1"/>
            </a:solidFill>
          </a:endParaRPr>
        </a:p>
      </dgm:t>
    </dgm:pt>
    <dgm:pt modelId="{278870E1-9F00-47D6-905B-47E87CD45892}" type="parTrans" cxnId="{59804BFD-F5EB-47F6-B508-705FD2E3B1EC}">
      <dgm:prSet/>
      <dgm:spPr/>
      <dgm:t>
        <a:bodyPr/>
        <a:lstStyle/>
        <a:p>
          <a:endParaRPr lang="en-US"/>
        </a:p>
      </dgm:t>
    </dgm:pt>
    <dgm:pt modelId="{0BB709B4-C5FC-49C4-B72C-F5B129B8950C}" type="sibTrans" cxnId="{59804BFD-F5EB-47F6-B508-705FD2E3B1EC}">
      <dgm:prSet/>
      <dgm:spPr/>
      <dgm:t>
        <a:bodyPr/>
        <a:lstStyle/>
        <a:p>
          <a:endParaRPr lang="en-US"/>
        </a:p>
      </dgm:t>
    </dgm:pt>
    <dgm:pt modelId="{990B20A6-9780-4A81-BA0C-D178054A3E0C}">
      <dgm:prSet phldrT="[Text]"/>
      <dgm:spPr/>
      <dgm:t>
        <a:bodyPr/>
        <a:lstStyle/>
        <a:p>
          <a:r>
            <a:rPr lang="en-US" b="1" i="0" dirty="0">
              <a:solidFill>
                <a:srgbClr val="616161"/>
              </a:solidFill>
              <a:latin typeface="Proxima Nova"/>
            </a:rPr>
            <a:t>Home Appliances</a:t>
          </a:r>
          <a:endParaRPr lang="en-US" dirty="0"/>
        </a:p>
      </dgm:t>
    </dgm:pt>
    <dgm:pt modelId="{5773D61D-B1D7-4CE0-9870-26689D691874}" type="parTrans" cxnId="{50D7B9D5-6A3B-4C75-908C-E4F96D6A32DB}">
      <dgm:prSet/>
      <dgm:spPr/>
      <dgm:t>
        <a:bodyPr/>
        <a:lstStyle/>
        <a:p>
          <a:endParaRPr lang="en-US"/>
        </a:p>
      </dgm:t>
    </dgm:pt>
    <dgm:pt modelId="{AA908439-92D7-4643-BFAE-1C08A8202209}" type="sibTrans" cxnId="{50D7B9D5-6A3B-4C75-908C-E4F96D6A32DB}">
      <dgm:prSet/>
      <dgm:spPr/>
      <dgm:t>
        <a:bodyPr/>
        <a:lstStyle/>
        <a:p>
          <a:endParaRPr lang="en-US"/>
        </a:p>
      </dgm:t>
    </dgm:pt>
    <dgm:pt modelId="{8FDF57DF-FA2A-46B0-B8BB-C90D68845061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Refrigerators</a:t>
          </a:r>
          <a:endParaRPr lang="en-US" dirty="0">
            <a:solidFill>
              <a:schemeClr val="tx1"/>
            </a:solidFill>
          </a:endParaRPr>
        </a:p>
      </dgm:t>
    </dgm:pt>
    <dgm:pt modelId="{A51E692A-B043-4A63-8F0C-DD9DBACE3E87}" type="parTrans" cxnId="{7EB50661-B9B9-477F-B6FA-5D2ABDF792C3}">
      <dgm:prSet/>
      <dgm:spPr/>
      <dgm:t>
        <a:bodyPr/>
        <a:lstStyle/>
        <a:p>
          <a:endParaRPr lang="en-US"/>
        </a:p>
      </dgm:t>
    </dgm:pt>
    <dgm:pt modelId="{EAE6DD7D-9FDF-4C53-9F8C-997C93041284}" type="sibTrans" cxnId="{7EB50661-B9B9-477F-B6FA-5D2ABDF792C3}">
      <dgm:prSet/>
      <dgm:spPr/>
      <dgm:t>
        <a:bodyPr/>
        <a:lstStyle/>
        <a:p>
          <a:endParaRPr lang="en-US"/>
        </a:p>
      </dgm:t>
    </dgm:pt>
    <dgm:pt modelId="{988CA1AE-E5D6-4FB9-990E-75D0505A5BAB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Washing machines</a:t>
          </a:r>
          <a:endParaRPr lang="en-US" dirty="0">
            <a:solidFill>
              <a:schemeClr val="tx1"/>
            </a:solidFill>
          </a:endParaRPr>
        </a:p>
      </dgm:t>
    </dgm:pt>
    <dgm:pt modelId="{A2D895B2-0852-487C-A5D6-1E9226DA2849}" type="parTrans" cxnId="{3F780B18-E176-4691-8587-3D0F7599372F}">
      <dgm:prSet/>
      <dgm:spPr/>
      <dgm:t>
        <a:bodyPr/>
        <a:lstStyle/>
        <a:p>
          <a:endParaRPr lang="en-US"/>
        </a:p>
      </dgm:t>
    </dgm:pt>
    <dgm:pt modelId="{606B9B0A-89C9-492C-A483-FF43B643FCFD}" type="sibTrans" cxnId="{3F780B18-E176-4691-8587-3D0F7599372F}">
      <dgm:prSet/>
      <dgm:spPr/>
      <dgm:t>
        <a:bodyPr/>
        <a:lstStyle/>
        <a:p>
          <a:endParaRPr lang="en-US"/>
        </a:p>
      </dgm:t>
    </dgm:pt>
    <dgm:pt modelId="{1DAA9240-5F40-4BBB-8602-12AEDDB25C2A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Smart home devices</a:t>
          </a:r>
          <a:endParaRPr lang="en-US" dirty="0">
            <a:solidFill>
              <a:schemeClr val="tx1"/>
            </a:solidFill>
          </a:endParaRPr>
        </a:p>
      </dgm:t>
    </dgm:pt>
    <dgm:pt modelId="{14210285-CE49-48BC-B413-B23D22830E3A}" type="parTrans" cxnId="{F799582A-D1C9-4FF0-9BDA-27075BC517AE}">
      <dgm:prSet/>
      <dgm:spPr/>
      <dgm:t>
        <a:bodyPr/>
        <a:lstStyle/>
        <a:p>
          <a:endParaRPr lang="en-US"/>
        </a:p>
      </dgm:t>
    </dgm:pt>
    <dgm:pt modelId="{F867CFDF-EB3B-4359-A1F7-A81D400AD82D}" type="sibTrans" cxnId="{F799582A-D1C9-4FF0-9BDA-27075BC517AE}">
      <dgm:prSet/>
      <dgm:spPr/>
      <dgm:t>
        <a:bodyPr/>
        <a:lstStyle/>
        <a:p>
          <a:endParaRPr lang="en-US"/>
        </a:p>
      </dgm:t>
    </dgm:pt>
    <dgm:pt modelId="{E6810A77-B826-4D43-BDAC-DF659CFFF64D}">
      <dgm:prSet phldrT="[Text]"/>
      <dgm:spPr/>
      <dgm:t>
        <a:bodyPr/>
        <a:lstStyle/>
        <a:p>
          <a:pPr>
            <a:buSzPct val="100000"/>
            <a:buFont typeface="Arial"/>
            <a:buChar char="•"/>
          </a:pPr>
          <a:r>
            <a:rPr lang="en-US" b="0" i="0" dirty="0">
              <a:solidFill>
                <a:schemeClr val="tx1"/>
              </a:solidFill>
              <a:latin typeface="Proxima Nova"/>
            </a:rPr>
            <a:t>Accessories</a:t>
          </a:r>
          <a:endParaRPr lang="en-US" dirty="0">
            <a:solidFill>
              <a:schemeClr val="tx1"/>
            </a:solidFill>
          </a:endParaRPr>
        </a:p>
      </dgm:t>
    </dgm:pt>
    <dgm:pt modelId="{56F692A3-8041-41D0-BE3B-0E8A98834F80}" type="parTrans" cxnId="{485E2A2C-182E-4A49-829F-71219C65808E}">
      <dgm:prSet/>
      <dgm:spPr/>
      <dgm:t>
        <a:bodyPr/>
        <a:lstStyle/>
        <a:p>
          <a:endParaRPr lang="en-US"/>
        </a:p>
      </dgm:t>
    </dgm:pt>
    <dgm:pt modelId="{E7C1D653-1904-4F48-BE28-DD52957BB22E}" type="sibTrans" cxnId="{485E2A2C-182E-4A49-829F-71219C65808E}">
      <dgm:prSet/>
      <dgm:spPr/>
      <dgm:t>
        <a:bodyPr/>
        <a:lstStyle/>
        <a:p>
          <a:endParaRPr lang="en-US"/>
        </a:p>
      </dgm:t>
    </dgm:pt>
    <dgm:pt modelId="{AC6CB3B6-BDA9-44D8-800B-45265ED4972A}">
      <dgm:prSet phldrT="[Text]"/>
      <dgm:spPr/>
      <dgm:t>
        <a:bodyPr/>
        <a:lstStyle/>
        <a:p>
          <a:pPr>
            <a:buSzPct val="100000"/>
            <a:buFont typeface="Arial"/>
            <a:buChar char="•"/>
          </a:pPr>
          <a:r>
            <a:rPr lang="en-US" dirty="0">
              <a:solidFill>
                <a:schemeClr val="tx1"/>
              </a:solidFill>
            </a:rPr>
            <a:t>Smart Phone</a:t>
          </a:r>
        </a:p>
      </dgm:t>
    </dgm:pt>
    <dgm:pt modelId="{CE2497E0-6EF8-4789-BB2D-37F91CBDFDF2}" type="parTrans" cxnId="{4E190078-0F84-4CE1-81A5-787C4463EA0A}">
      <dgm:prSet/>
      <dgm:spPr/>
      <dgm:t>
        <a:bodyPr/>
        <a:lstStyle/>
        <a:p>
          <a:endParaRPr lang="en-US"/>
        </a:p>
      </dgm:t>
    </dgm:pt>
    <dgm:pt modelId="{D937783A-5F01-41CC-AEE5-D26F8FB03E1D}" type="sibTrans" cxnId="{4E190078-0F84-4CE1-81A5-787C4463EA0A}">
      <dgm:prSet/>
      <dgm:spPr/>
      <dgm:t>
        <a:bodyPr/>
        <a:lstStyle/>
        <a:p>
          <a:endParaRPr lang="en-US"/>
        </a:p>
      </dgm:t>
    </dgm:pt>
    <dgm:pt modelId="{048238BC-CAE2-4B39-BD98-8289C3B7D185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Smart Watch</a:t>
          </a:r>
        </a:p>
      </dgm:t>
    </dgm:pt>
    <dgm:pt modelId="{29CA7D71-6380-4A3C-9496-E9C1E1806D6E}" type="parTrans" cxnId="{77AD845D-B059-4680-A729-1F730ADC5A06}">
      <dgm:prSet/>
      <dgm:spPr/>
      <dgm:t>
        <a:bodyPr/>
        <a:lstStyle/>
        <a:p>
          <a:endParaRPr lang="en-US"/>
        </a:p>
      </dgm:t>
    </dgm:pt>
    <dgm:pt modelId="{654AD86E-77B3-4F50-8C3A-CECB03FB5774}" type="sibTrans" cxnId="{77AD845D-B059-4680-A729-1F730ADC5A06}">
      <dgm:prSet/>
      <dgm:spPr/>
      <dgm:t>
        <a:bodyPr/>
        <a:lstStyle/>
        <a:p>
          <a:endParaRPr lang="en-US"/>
        </a:p>
      </dgm:t>
    </dgm:pt>
    <dgm:pt modelId="{8698EF68-FB41-4EB5-B0FF-7D80484F70B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AC</a:t>
          </a:r>
        </a:p>
      </dgm:t>
    </dgm:pt>
    <dgm:pt modelId="{538FFD5D-058B-4AEF-BC74-493E0250E261}" type="parTrans" cxnId="{ABEF209D-1358-4026-BC92-4296AEA22CC2}">
      <dgm:prSet/>
      <dgm:spPr/>
      <dgm:t>
        <a:bodyPr/>
        <a:lstStyle/>
        <a:p>
          <a:endParaRPr lang="en-US"/>
        </a:p>
      </dgm:t>
    </dgm:pt>
    <dgm:pt modelId="{5D462808-E464-4E73-9F6B-D1A4DF477D7D}" type="sibTrans" cxnId="{ABEF209D-1358-4026-BC92-4296AEA22CC2}">
      <dgm:prSet/>
      <dgm:spPr/>
      <dgm:t>
        <a:bodyPr/>
        <a:lstStyle/>
        <a:p>
          <a:endParaRPr lang="en-US"/>
        </a:p>
      </dgm:t>
    </dgm:pt>
    <dgm:pt modelId="{F769073A-1D87-4E71-8605-2A840D770F3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Microwave</a:t>
          </a:r>
        </a:p>
      </dgm:t>
    </dgm:pt>
    <dgm:pt modelId="{A5220A01-D825-4955-94BA-AEFD4AE946E2}" type="parTrans" cxnId="{F3CB33A7-31F3-4012-B558-D3C09D51701C}">
      <dgm:prSet/>
      <dgm:spPr/>
      <dgm:t>
        <a:bodyPr/>
        <a:lstStyle/>
        <a:p>
          <a:endParaRPr lang="en-US"/>
        </a:p>
      </dgm:t>
    </dgm:pt>
    <dgm:pt modelId="{72169DC4-2D30-452F-9ED3-F10B62D5A86A}" type="sibTrans" cxnId="{F3CB33A7-31F3-4012-B558-D3C09D51701C}">
      <dgm:prSet/>
      <dgm:spPr/>
      <dgm:t>
        <a:bodyPr/>
        <a:lstStyle/>
        <a:p>
          <a:endParaRPr lang="en-US"/>
        </a:p>
      </dgm:t>
    </dgm:pt>
    <dgm:pt modelId="{661271AA-2834-4EE8-968C-6FDCC3831E62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Microwaves</a:t>
          </a:r>
          <a:endParaRPr lang="en-US" dirty="0">
            <a:solidFill>
              <a:schemeClr val="tx1"/>
            </a:solidFill>
          </a:endParaRPr>
        </a:p>
      </dgm:t>
    </dgm:pt>
    <dgm:pt modelId="{9DC16EE0-797B-4044-9672-A88EB7196C28}" type="parTrans" cxnId="{B942FF8D-27DA-4794-9C28-95623148FC37}">
      <dgm:prSet/>
      <dgm:spPr/>
      <dgm:t>
        <a:bodyPr/>
        <a:lstStyle/>
        <a:p>
          <a:endParaRPr lang="en-US"/>
        </a:p>
      </dgm:t>
    </dgm:pt>
    <dgm:pt modelId="{6284418D-4201-4689-A9D1-B98D6CEC620D}" type="sibTrans" cxnId="{B942FF8D-27DA-4794-9C28-95623148FC37}">
      <dgm:prSet/>
      <dgm:spPr/>
      <dgm:t>
        <a:bodyPr/>
        <a:lstStyle/>
        <a:p>
          <a:endParaRPr lang="en-US"/>
        </a:p>
      </dgm:t>
    </dgm:pt>
    <dgm:pt modelId="{F4506B06-6456-4EB7-9E55-1CD7AAF0477E}">
      <dgm:prSet phldrT="[Text]"/>
      <dgm:spPr/>
      <dgm:t>
        <a:bodyPr/>
        <a:lstStyle/>
        <a:p>
          <a:pPr>
            <a:buSzPct val="100000"/>
            <a:buFont typeface="Arial"/>
            <a:buChar char="•"/>
          </a:pPr>
          <a:r>
            <a:rPr lang="en-US" b="0" i="0" dirty="0">
              <a:solidFill>
                <a:schemeClr val="tx1"/>
              </a:solidFill>
              <a:latin typeface="Proxima Nova"/>
            </a:rPr>
            <a:t>Air conditioners</a:t>
          </a:r>
          <a:endParaRPr lang="en-US" dirty="0">
            <a:solidFill>
              <a:schemeClr val="tx1"/>
            </a:solidFill>
          </a:endParaRPr>
        </a:p>
      </dgm:t>
    </dgm:pt>
    <dgm:pt modelId="{577419C4-08ED-4B97-AA78-186F20E6BCC9}" type="parTrans" cxnId="{979BCF9C-62DF-451E-B675-C6B2D62ADE24}">
      <dgm:prSet/>
      <dgm:spPr/>
      <dgm:t>
        <a:bodyPr/>
        <a:lstStyle/>
        <a:p>
          <a:endParaRPr lang="en-US"/>
        </a:p>
      </dgm:t>
    </dgm:pt>
    <dgm:pt modelId="{3B2720B1-F750-4903-9E3B-6A1F928E4706}" type="sibTrans" cxnId="{979BCF9C-62DF-451E-B675-C6B2D62ADE24}">
      <dgm:prSet/>
      <dgm:spPr/>
      <dgm:t>
        <a:bodyPr/>
        <a:lstStyle/>
        <a:p>
          <a:endParaRPr lang="en-US"/>
        </a:p>
      </dgm:t>
    </dgm:pt>
    <dgm:pt modelId="{70BD7435-33F2-4BF9-8A32-0DC4140933E8}">
      <dgm:prSet phldrT="[Text]"/>
      <dgm:spPr/>
      <dgm:t>
        <a:bodyPr/>
        <a:lstStyle/>
        <a:p>
          <a:r>
            <a:rPr lang="en-US" b="0" i="0" dirty="0">
              <a:solidFill>
                <a:schemeClr val="tx1"/>
              </a:solidFill>
              <a:latin typeface="Proxima Nova"/>
            </a:rPr>
            <a:t>Custom electronic components for various industrial applications</a:t>
          </a:r>
          <a:endParaRPr lang="en-US" dirty="0">
            <a:solidFill>
              <a:schemeClr val="tx1"/>
            </a:solidFill>
          </a:endParaRPr>
        </a:p>
      </dgm:t>
    </dgm:pt>
    <dgm:pt modelId="{73B33FA3-99C7-4BDA-AD75-82C6A5E592BE}" type="parTrans" cxnId="{CDC3E463-F024-4E8A-8F44-6E652BFFEE8E}">
      <dgm:prSet/>
      <dgm:spPr/>
      <dgm:t>
        <a:bodyPr/>
        <a:lstStyle/>
        <a:p>
          <a:endParaRPr lang="en-US"/>
        </a:p>
      </dgm:t>
    </dgm:pt>
    <dgm:pt modelId="{440A2E47-8C33-4425-A03B-9424BC47B214}" type="sibTrans" cxnId="{CDC3E463-F024-4E8A-8F44-6E652BFFEE8E}">
      <dgm:prSet/>
      <dgm:spPr/>
      <dgm:t>
        <a:bodyPr/>
        <a:lstStyle/>
        <a:p>
          <a:endParaRPr lang="en-US"/>
        </a:p>
      </dgm:t>
    </dgm:pt>
    <dgm:pt modelId="{B34EE44D-75E9-421D-B2AA-276062524A24}" type="pres">
      <dgm:prSet presAssocID="{E42E23A4-35D3-4EEC-92B6-C2F53F465BFB}" presName="linearFlow" presStyleCnt="0">
        <dgm:presLayoutVars>
          <dgm:dir/>
          <dgm:animLvl val="lvl"/>
          <dgm:resizeHandles/>
        </dgm:presLayoutVars>
      </dgm:prSet>
      <dgm:spPr/>
    </dgm:pt>
    <dgm:pt modelId="{3358971D-66A1-4718-A159-94A6BD8B6A2F}" type="pres">
      <dgm:prSet presAssocID="{14F31E23-B685-40C4-8F10-8C012E3335A3}" presName="compositeNode" presStyleCnt="0">
        <dgm:presLayoutVars>
          <dgm:bulletEnabled val="1"/>
        </dgm:presLayoutVars>
      </dgm:prSet>
      <dgm:spPr/>
    </dgm:pt>
    <dgm:pt modelId="{5A3CAD5A-D0A6-4B8F-A1BC-B1B98E3FB351}" type="pres">
      <dgm:prSet presAssocID="{14F31E23-B685-40C4-8F10-8C012E3335A3}" presName="image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9000" r="-9000"/>
          </a:stretch>
        </a:blipFill>
      </dgm:spPr>
    </dgm:pt>
    <dgm:pt modelId="{94E86B60-DD07-43CF-A54E-0D17C0A5241C}" type="pres">
      <dgm:prSet presAssocID="{14F31E23-B685-40C4-8F10-8C012E3335A3}" presName="childNode" presStyleLbl="node1" presStyleIdx="0" presStyleCnt="3">
        <dgm:presLayoutVars>
          <dgm:bulletEnabled val="1"/>
        </dgm:presLayoutVars>
      </dgm:prSet>
      <dgm:spPr/>
    </dgm:pt>
    <dgm:pt modelId="{859C2547-8A2F-435E-9C26-00629A8D39A2}" type="pres">
      <dgm:prSet presAssocID="{14F31E23-B685-40C4-8F10-8C012E3335A3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A6E871FD-1B7C-439A-9B79-735D18BC3E2A}" type="pres">
      <dgm:prSet presAssocID="{4FD30CE7-204A-4379-905A-A3384031F755}" presName="sibTrans" presStyleCnt="0"/>
      <dgm:spPr/>
    </dgm:pt>
    <dgm:pt modelId="{B9F37300-00B8-43E6-93BB-712C99543550}" type="pres">
      <dgm:prSet presAssocID="{CC1BEFB3-2E18-4A4B-8538-E1C3A1CC7AF7}" presName="compositeNode" presStyleCnt="0">
        <dgm:presLayoutVars>
          <dgm:bulletEnabled val="1"/>
        </dgm:presLayoutVars>
      </dgm:prSet>
      <dgm:spPr/>
    </dgm:pt>
    <dgm:pt modelId="{4BEA8BD7-42C1-4340-A3B7-4A667E2C117E}" type="pres">
      <dgm:prSet presAssocID="{CC1BEFB3-2E18-4A4B-8538-E1C3A1CC7AF7}" presName="image" presStyleLbl="fgImgPlac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</dgm:spPr>
    </dgm:pt>
    <dgm:pt modelId="{ABB83D8E-69EE-41FB-B12B-8DC10257CC61}" type="pres">
      <dgm:prSet presAssocID="{CC1BEFB3-2E18-4A4B-8538-E1C3A1CC7AF7}" presName="childNode" presStyleLbl="node1" presStyleIdx="1" presStyleCnt="3">
        <dgm:presLayoutVars>
          <dgm:bulletEnabled val="1"/>
        </dgm:presLayoutVars>
      </dgm:prSet>
      <dgm:spPr/>
    </dgm:pt>
    <dgm:pt modelId="{222C6715-2E43-493F-9CED-147AAE7531D4}" type="pres">
      <dgm:prSet presAssocID="{CC1BEFB3-2E18-4A4B-8538-E1C3A1CC7AF7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8ECE5F4E-EF3B-4746-9B53-8826A3D80870}" type="pres">
      <dgm:prSet presAssocID="{591D0596-6B92-4897-AB20-AE27C7E792F8}" presName="sibTrans" presStyleCnt="0"/>
      <dgm:spPr/>
    </dgm:pt>
    <dgm:pt modelId="{F114E4ED-B333-4DAC-BD66-D73D4F4AD2F0}" type="pres">
      <dgm:prSet presAssocID="{990B20A6-9780-4A81-BA0C-D178054A3E0C}" presName="compositeNode" presStyleCnt="0">
        <dgm:presLayoutVars>
          <dgm:bulletEnabled val="1"/>
        </dgm:presLayoutVars>
      </dgm:prSet>
      <dgm:spPr/>
    </dgm:pt>
    <dgm:pt modelId="{18B38371-91C2-4A38-A5D7-A240B351AD38}" type="pres">
      <dgm:prSet presAssocID="{990B20A6-9780-4A81-BA0C-D178054A3E0C}" presName="image" presStyleLbl="fgImgPlac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2000" r="-2000"/>
          </a:stretch>
        </a:blipFill>
      </dgm:spPr>
    </dgm:pt>
    <dgm:pt modelId="{14A7146D-6D79-4B9E-8A2D-8AE08B70633D}" type="pres">
      <dgm:prSet presAssocID="{990B20A6-9780-4A81-BA0C-D178054A3E0C}" presName="childNode" presStyleLbl="node1" presStyleIdx="2" presStyleCnt="3">
        <dgm:presLayoutVars>
          <dgm:bulletEnabled val="1"/>
        </dgm:presLayoutVars>
      </dgm:prSet>
      <dgm:spPr/>
    </dgm:pt>
    <dgm:pt modelId="{75053FD0-BDE9-47DF-9DDE-6E933362ECC1}" type="pres">
      <dgm:prSet presAssocID="{990B20A6-9780-4A81-BA0C-D178054A3E0C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1A7BE817-A31C-4AEB-A712-756506B8AA4E}" type="presOf" srcId="{8FDF57DF-FA2A-46B0-B8BB-C90D68845061}" destId="{14A7146D-6D79-4B9E-8A2D-8AE08B70633D}" srcOrd="0" destOrd="0" presId="urn:microsoft.com/office/officeart/2005/8/layout/hList2"/>
    <dgm:cxn modelId="{3F780B18-E176-4691-8587-3D0F7599372F}" srcId="{990B20A6-9780-4A81-BA0C-D178054A3E0C}" destId="{988CA1AE-E5D6-4FB9-990E-75D0505A5BAB}" srcOrd="1" destOrd="0" parTransId="{A2D895B2-0852-487C-A5D6-1E9226DA2849}" sibTransId="{606B9B0A-89C9-492C-A483-FF43B643FCFD}"/>
    <dgm:cxn modelId="{C1637A1C-5AB8-42A7-88DF-33081C9E040A}" type="presOf" srcId="{70BD7435-33F2-4BF9-8A32-0DC4140933E8}" destId="{94E86B60-DD07-43CF-A54E-0D17C0A5241C}" srcOrd="0" destOrd="5" presId="urn:microsoft.com/office/officeart/2005/8/layout/hList2"/>
    <dgm:cxn modelId="{C50CDC28-693C-42F1-8389-F4B206227D50}" type="presOf" srcId="{F769073A-1D87-4E71-8605-2A840D770F39}" destId="{94E86B60-DD07-43CF-A54E-0D17C0A5241C}" srcOrd="0" destOrd="4" presId="urn:microsoft.com/office/officeart/2005/8/layout/hList2"/>
    <dgm:cxn modelId="{F799582A-D1C9-4FF0-9BDA-27075BC517AE}" srcId="{14F31E23-B685-40C4-8F10-8C012E3335A3}" destId="{1DAA9240-5F40-4BBB-8602-12AEDDB25C2A}" srcOrd="2" destOrd="0" parTransId="{14210285-CE49-48BC-B413-B23D22830E3A}" sibTransId="{F867CFDF-EB3B-4359-A1F7-A81D400AD82D}"/>
    <dgm:cxn modelId="{485E2A2C-182E-4A49-829F-71219C65808E}" srcId="{CC1BEFB3-2E18-4A4B-8538-E1C3A1CC7AF7}" destId="{E6810A77-B826-4D43-BDAC-DF659CFFF64D}" srcOrd="2" destOrd="0" parTransId="{56F692A3-8041-41D0-BE3B-0E8A98834F80}" sibTransId="{E7C1D653-1904-4F48-BE28-DD52957BB22E}"/>
    <dgm:cxn modelId="{FBF4DA36-CCA1-4E17-9236-303DEE177221}" srcId="{CC1BEFB3-2E18-4A4B-8538-E1C3A1CC7AF7}" destId="{7B7B1FF6-9937-4E8F-9563-A6304197BE0E}" srcOrd="0" destOrd="0" parTransId="{85AAF13E-9E7A-4B4F-ADF2-715FECE094FB}" sibTransId="{8956A281-4EDF-4302-AEAA-63AEAF180BF4}"/>
    <dgm:cxn modelId="{A3BEB93B-CF42-445B-8E31-EE43728CBB54}" srcId="{14F31E23-B685-40C4-8F10-8C012E3335A3}" destId="{B64A364D-D696-4012-8F15-4A79DB12D9E6}" srcOrd="0" destOrd="0" parTransId="{3AD9BFCE-5D65-4A71-B8A3-A69723917C35}" sibTransId="{EDC7460E-1B34-494C-9BE3-6062534A5C0C}"/>
    <dgm:cxn modelId="{E1794C5D-0339-4652-A31D-F59ACE26B1C7}" type="presOf" srcId="{661271AA-2834-4EE8-968C-6FDCC3831E62}" destId="{14A7146D-6D79-4B9E-8A2D-8AE08B70633D}" srcOrd="0" destOrd="2" presId="urn:microsoft.com/office/officeart/2005/8/layout/hList2"/>
    <dgm:cxn modelId="{77AD845D-B059-4680-A729-1F730ADC5A06}" srcId="{CC1BEFB3-2E18-4A4B-8538-E1C3A1CC7AF7}" destId="{048238BC-CAE2-4B39-BD98-8289C3B7D185}" srcOrd="4" destOrd="0" parTransId="{29CA7D71-6380-4A3C-9496-E9C1E1806D6E}" sibTransId="{654AD86E-77B3-4F50-8C3A-CECB03FB5774}"/>
    <dgm:cxn modelId="{7EB50661-B9B9-477F-B6FA-5D2ABDF792C3}" srcId="{990B20A6-9780-4A81-BA0C-D178054A3E0C}" destId="{8FDF57DF-FA2A-46B0-B8BB-C90D68845061}" srcOrd="0" destOrd="0" parTransId="{A51E692A-B043-4A63-8F0C-DD9DBACE3E87}" sibTransId="{EAE6DD7D-9FDF-4C53-9F8C-997C93041284}"/>
    <dgm:cxn modelId="{CDC3E463-F024-4E8A-8F44-6E652BFFEE8E}" srcId="{14F31E23-B685-40C4-8F10-8C012E3335A3}" destId="{70BD7435-33F2-4BF9-8A32-0DC4140933E8}" srcOrd="5" destOrd="0" parTransId="{73B33FA3-99C7-4BDA-AD75-82C6A5E592BE}" sibTransId="{440A2E47-8C33-4425-A03B-9424BC47B214}"/>
    <dgm:cxn modelId="{5C177F6E-4F02-4AD1-9AB5-CD7345B75C74}" srcId="{E42E23A4-35D3-4EEC-92B6-C2F53F465BFB}" destId="{14F31E23-B685-40C4-8F10-8C012E3335A3}" srcOrd="0" destOrd="0" parTransId="{3ADCFF4B-B4E3-4D93-8C4B-C9569025EDAB}" sibTransId="{4FD30CE7-204A-4379-905A-A3384031F755}"/>
    <dgm:cxn modelId="{DA3FDA57-1D62-480D-81A1-828496D3537C}" type="presOf" srcId="{990B20A6-9780-4A81-BA0C-D178054A3E0C}" destId="{75053FD0-BDE9-47DF-9DDE-6E933362ECC1}" srcOrd="0" destOrd="0" presId="urn:microsoft.com/office/officeart/2005/8/layout/hList2"/>
    <dgm:cxn modelId="{4E190078-0F84-4CE1-81A5-787C4463EA0A}" srcId="{CC1BEFB3-2E18-4A4B-8538-E1C3A1CC7AF7}" destId="{AC6CB3B6-BDA9-44D8-800B-45265ED4972A}" srcOrd="3" destOrd="0" parTransId="{CE2497E0-6EF8-4789-BB2D-37F91CBDFDF2}" sibTransId="{D937783A-5F01-41CC-AEE5-D26F8FB03E1D}"/>
    <dgm:cxn modelId="{9BA6A058-C6E9-49B3-AA45-AB5ECEE5E17F}" type="presOf" srcId="{14F31E23-B685-40C4-8F10-8C012E3335A3}" destId="{859C2547-8A2F-435E-9C26-00629A8D39A2}" srcOrd="0" destOrd="0" presId="urn:microsoft.com/office/officeart/2005/8/layout/hList2"/>
    <dgm:cxn modelId="{F503838A-DD5A-4D5C-8FAA-3F3D92E0866C}" type="presOf" srcId="{988CA1AE-E5D6-4FB9-990E-75D0505A5BAB}" destId="{14A7146D-6D79-4B9E-8A2D-8AE08B70633D}" srcOrd="0" destOrd="1" presId="urn:microsoft.com/office/officeart/2005/8/layout/hList2"/>
    <dgm:cxn modelId="{B942FF8D-27DA-4794-9C28-95623148FC37}" srcId="{990B20A6-9780-4A81-BA0C-D178054A3E0C}" destId="{661271AA-2834-4EE8-968C-6FDCC3831E62}" srcOrd="2" destOrd="0" parTransId="{9DC16EE0-797B-4044-9672-A88EB7196C28}" sibTransId="{6284418D-4201-4689-A9D1-B98D6CEC620D}"/>
    <dgm:cxn modelId="{979BCF9C-62DF-451E-B675-C6B2D62ADE24}" srcId="{990B20A6-9780-4A81-BA0C-D178054A3E0C}" destId="{F4506B06-6456-4EB7-9E55-1CD7AAF0477E}" srcOrd="3" destOrd="0" parTransId="{577419C4-08ED-4B97-AA78-186F20E6BCC9}" sibTransId="{3B2720B1-F750-4903-9E3B-6A1F928E4706}"/>
    <dgm:cxn modelId="{ABEF209D-1358-4026-BC92-4296AEA22CC2}" srcId="{14F31E23-B685-40C4-8F10-8C012E3335A3}" destId="{8698EF68-FB41-4EB5-B0FF-7D80484F70B3}" srcOrd="3" destOrd="0" parTransId="{538FFD5D-058B-4AEF-BC74-493E0250E261}" sibTransId="{5D462808-E464-4E73-9F6B-D1A4DF477D7D}"/>
    <dgm:cxn modelId="{F3CB33A7-31F3-4012-B558-D3C09D51701C}" srcId="{14F31E23-B685-40C4-8F10-8C012E3335A3}" destId="{F769073A-1D87-4E71-8605-2A840D770F39}" srcOrd="4" destOrd="0" parTransId="{A5220A01-D825-4955-94BA-AEFD4AE946E2}" sibTransId="{72169DC4-2D30-452F-9ED3-F10B62D5A86A}"/>
    <dgm:cxn modelId="{6E0DAAA9-AB88-4D82-98D5-3AAD23E54C65}" type="presOf" srcId="{077FD717-6879-4C45-8788-3DD83D412015}" destId="{ABB83D8E-69EE-41FB-B12B-8DC10257CC61}" srcOrd="0" destOrd="1" presId="urn:microsoft.com/office/officeart/2005/8/layout/hList2"/>
    <dgm:cxn modelId="{048299AE-FB1F-477A-87B7-9F33DF71B4A6}" type="presOf" srcId="{D4751840-0FE4-4BE2-A203-EA7EB116736B}" destId="{94E86B60-DD07-43CF-A54E-0D17C0A5241C}" srcOrd="0" destOrd="1" presId="urn:microsoft.com/office/officeart/2005/8/layout/hList2"/>
    <dgm:cxn modelId="{B639C1AE-E6B4-4C89-9573-C116E22DF83E}" type="presOf" srcId="{E42E23A4-35D3-4EEC-92B6-C2F53F465BFB}" destId="{B34EE44D-75E9-421D-B2AA-276062524A24}" srcOrd="0" destOrd="0" presId="urn:microsoft.com/office/officeart/2005/8/layout/hList2"/>
    <dgm:cxn modelId="{AA0D8FB4-E606-46FB-BA89-C5BDD7760EF4}" type="presOf" srcId="{F4506B06-6456-4EB7-9E55-1CD7AAF0477E}" destId="{14A7146D-6D79-4B9E-8A2D-8AE08B70633D}" srcOrd="0" destOrd="3" presId="urn:microsoft.com/office/officeart/2005/8/layout/hList2"/>
    <dgm:cxn modelId="{9650CCB8-4A5E-4870-BDAA-8D5323D75D63}" srcId="{14F31E23-B685-40C4-8F10-8C012E3335A3}" destId="{D4751840-0FE4-4BE2-A203-EA7EB116736B}" srcOrd="1" destOrd="0" parTransId="{B1E0C210-86CB-4493-BC3E-A1E0991BF444}" sibTransId="{C1E80730-D535-4C26-83F5-42353242B525}"/>
    <dgm:cxn modelId="{280AF3BE-7634-41CD-A10F-1820033B1B7A}" type="presOf" srcId="{E6810A77-B826-4D43-BDAC-DF659CFFF64D}" destId="{ABB83D8E-69EE-41FB-B12B-8DC10257CC61}" srcOrd="0" destOrd="2" presId="urn:microsoft.com/office/officeart/2005/8/layout/hList2"/>
    <dgm:cxn modelId="{577F9AC0-DA31-4D4C-96DE-362DE39358C5}" srcId="{E42E23A4-35D3-4EEC-92B6-C2F53F465BFB}" destId="{CC1BEFB3-2E18-4A4B-8538-E1C3A1CC7AF7}" srcOrd="1" destOrd="0" parTransId="{F669F51E-1ACC-42ED-83CE-0568AE05DDD4}" sibTransId="{591D0596-6B92-4897-AB20-AE27C7E792F8}"/>
    <dgm:cxn modelId="{2AEB4AC5-ECD7-4879-8748-8968416E5EF3}" type="presOf" srcId="{048238BC-CAE2-4B39-BD98-8289C3B7D185}" destId="{ABB83D8E-69EE-41FB-B12B-8DC10257CC61}" srcOrd="0" destOrd="4" presId="urn:microsoft.com/office/officeart/2005/8/layout/hList2"/>
    <dgm:cxn modelId="{4EC048CA-5692-43B8-B67A-B2C145AD42B8}" type="presOf" srcId="{CC1BEFB3-2E18-4A4B-8538-E1C3A1CC7AF7}" destId="{222C6715-2E43-493F-9CED-147AAE7531D4}" srcOrd="0" destOrd="0" presId="urn:microsoft.com/office/officeart/2005/8/layout/hList2"/>
    <dgm:cxn modelId="{28D600D4-4C0E-4A4E-85FC-ABC8BF475340}" type="presOf" srcId="{7B7B1FF6-9937-4E8F-9563-A6304197BE0E}" destId="{ABB83D8E-69EE-41FB-B12B-8DC10257CC61}" srcOrd="0" destOrd="0" presId="urn:microsoft.com/office/officeart/2005/8/layout/hList2"/>
    <dgm:cxn modelId="{50D7B9D5-6A3B-4C75-908C-E4F96D6A32DB}" srcId="{E42E23A4-35D3-4EEC-92B6-C2F53F465BFB}" destId="{990B20A6-9780-4A81-BA0C-D178054A3E0C}" srcOrd="2" destOrd="0" parTransId="{5773D61D-B1D7-4CE0-9870-26689D691874}" sibTransId="{AA908439-92D7-4643-BFAE-1C08A8202209}"/>
    <dgm:cxn modelId="{B547E7DD-C6D1-4F63-B2AF-14B5774F6512}" type="presOf" srcId="{AC6CB3B6-BDA9-44D8-800B-45265ED4972A}" destId="{ABB83D8E-69EE-41FB-B12B-8DC10257CC61}" srcOrd="0" destOrd="3" presId="urn:microsoft.com/office/officeart/2005/8/layout/hList2"/>
    <dgm:cxn modelId="{51AA02E6-9B1C-4115-A0C1-6241FAAE8B40}" type="presOf" srcId="{8698EF68-FB41-4EB5-B0FF-7D80484F70B3}" destId="{94E86B60-DD07-43CF-A54E-0D17C0A5241C}" srcOrd="0" destOrd="3" presId="urn:microsoft.com/office/officeart/2005/8/layout/hList2"/>
    <dgm:cxn modelId="{5D385CEA-97C9-42F3-A4EE-55263AF12DBD}" type="presOf" srcId="{1DAA9240-5F40-4BBB-8602-12AEDDB25C2A}" destId="{94E86B60-DD07-43CF-A54E-0D17C0A5241C}" srcOrd="0" destOrd="2" presId="urn:microsoft.com/office/officeart/2005/8/layout/hList2"/>
    <dgm:cxn modelId="{C35035F3-6D13-45A3-B4DA-D7428AB02403}" type="presOf" srcId="{B64A364D-D696-4012-8F15-4A79DB12D9E6}" destId="{94E86B60-DD07-43CF-A54E-0D17C0A5241C}" srcOrd="0" destOrd="0" presId="urn:microsoft.com/office/officeart/2005/8/layout/hList2"/>
    <dgm:cxn modelId="{59804BFD-F5EB-47F6-B508-705FD2E3B1EC}" srcId="{CC1BEFB3-2E18-4A4B-8538-E1C3A1CC7AF7}" destId="{077FD717-6879-4C45-8788-3DD83D412015}" srcOrd="1" destOrd="0" parTransId="{278870E1-9F00-47D6-905B-47E87CD45892}" sibTransId="{0BB709B4-C5FC-49C4-B72C-F5B129B8950C}"/>
    <dgm:cxn modelId="{CE7259ED-F6AB-4750-9918-857389A3C812}" type="presParOf" srcId="{B34EE44D-75E9-421D-B2AA-276062524A24}" destId="{3358971D-66A1-4718-A159-94A6BD8B6A2F}" srcOrd="0" destOrd="0" presId="urn:microsoft.com/office/officeart/2005/8/layout/hList2"/>
    <dgm:cxn modelId="{71E71210-3FBE-47B0-BE42-86354A1AB323}" type="presParOf" srcId="{3358971D-66A1-4718-A159-94A6BD8B6A2F}" destId="{5A3CAD5A-D0A6-4B8F-A1BC-B1B98E3FB351}" srcOrd="0" destOrd="0" presId="urn:microsoft.com/office/officeart/2005/8/layout/hList2"/>
    <dgm:cxn modelId="{0FB85134-D4EA-44C5-A071-FC6F57ED61FB}" type="presParOf" srcId="{3358971D-66A1-4718-A159-94A6BD8B6A2F}" destId="{94E86B60-DD07-43CF-A54E-0D17C0A5241C}" srcOrd="1" destOrd="0" presId="urn:microsoft.com/office/officeart/2005/8/layout/hList2"/>
    <dgm:cxn modelId="{818CEBFA-4A9F-4D08-B5AA-116367B41115}" type="presParOf" srcId="{3358971D-66A1-4718-A159-94A6BD8B6A2F}" destId="{859C2547-8A2F-435E-9C26-00629A8D39A2}" srcOrd="2" destOrd="0" presId="urn:microsoft.com/office/officeart/2005/8/layout/hList2"/>
    <dgm:cxn modelId="{6C5BBF67-2E17-4FBC-8B23-CD108CD76BB8}" type="presParOf" srcId="{B34EE44D-75E9-421D-B2AA-276062524A24}" destId="{A6E871FD-1B7C-439A-9B79-735D18BC3E2A}" srcOrd="1" destOrd="0" presId="urn:microsoft.com/office/officeart/2005/8/layout/hList2"/>
    <dgm:cxn modelId="{F7325526-ADA2-440B-90CD-1697CAC6CAAD}" type="presParOf" srcId="{B34EE44D-75E9-421D-B2AA-276062524A24}" destId="{B9F37300-00B8-43E6-93BB-712C99543550}" srcOrd="2" destOrd="0" presId="urn:microsoft.com/office/officeart/2005/8/layout/hList2"/>
    <dgm:cxn modelId="{847D20EA-0DA3-4758-9C46-FBC3792C5CE8}" type="presParOf" srcId="{B9F37300-00B8-43E6-93BB-712C99543550}" destId="{4BEA8BD7-42C1-4340-A3B7-4A667E2C117E}" srcOrd="0" destOrd="0" presId="urn:microsoft.com/office/officeart/2005/8/layout/hList2"/>
    <dgm:cxn modelId="{A0E70AA8-CBBE-473A-B5CE-00DB0F059111}" type="presParOf" srcId="{B9F37300-00B8-43E6-93BB-712C99543550}" destId="{ABB83D8E-69EE-41FB-B12B-8DC10257CC61}" srcOrd="1" destOrd="0" presId="urn:microsoft.com/office/officeart/2005/8/layout/hList2"/>
    <dgm:cxn modelId="{655BBBB6-BDA3-4497-8785-6856DBF9D1D9}" type="presParOf" srcId="{B9F37300-00B8-43E6-93BB-712C99543550}" destId="{222C6715-2E43-493F-9CED-147AAE7531D4}" srcOrd="2" destOrd="0" presId="urn:microsoft.com/office/officeart/2005/8/layout/hList2"/>
    <dgm:cxn modelId="{49BC3E83-D8DF-4ABC-9702-9D6A033BE1B7}" type="presParOf" srcId="{B34EE44D-75E9-421D-B2AA-276062524A24}" destId="{8ECE5F4E-EF3B-4746-9B53-8826A3D80870}" srcOrd="3" destOrd="0" presId="urn:microsoft.com/office/officeart/2005/8/layout/hList2"/>
    <dgm:cxn modelId="{20E0CD0C-6CCC-4E8F-8BE3-F42C525674C7}" type="presParOf" srcId="{B34EE44D-75E9-421D-B2AA-276062524A24}" destId="{F114E4ED-B333-4DAC-BD66-D73D4F4AD2F0}" srcOrd="4" destOrd="0" presId="urn:microsoft.com/office/officeart/2005/8/layout/hList2"/>
    <dgm:cxn modelId="{F4A5FAA1-BA07-480F-88A4-3A1410D2576C}" type="presParOf" srcId="{F114E4ED-B333-4DAC-BD66-D73D4F4AD2F0}" destId="{18B38371-91C2-4A38-A5D7-A240B351AD38}" srcOrd="0" destOrd="0" presId="urn:microsoft.com/office/officeart/2005/8/layout/hList2"/>
    <dgm:cxn modelId="{259E3D98-5BD3-44DD-939B-686CD4BB1839}" type="presParOf" srcId="{F114E4ED-B333-4DAC-BD66-D73D4F4AD2F0}" destId="{14A7146D-6D79-4B9E-8A2D-8AE08B70633D}" srcOrd="1" destOrd="0" presId="urn:microsoft.com/office/officeart/2005/8/layout/hList2"/>
    <dgm:cxn modelId="{E61070E6-0954-4AD7-9932-3BD2EFBB947D}" type="presParOf" srcId="{F114E4ED-B333-4DAC-BD66-D73D4F4AD2F0}" destId="{75053FD0-BDE9-47DF-9DDE-6E933362ECC1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C2547-8A2F-435E-9C26-00629A8D39A2}">
      <dsp:nvSpPr>
        <dsp:cNvPr id="0" name=""/>
        <dsp:cNvSpPr/>
      </dsp:nvSpPr>
      <dsp:spPr>
        <a:xfrm rot="16200000">
          <a:off x="-1353883" y="2090960"/>
          <a:ext cx="3169919" cy="36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24997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>
              <a:solidFill>
                <a:srgbClr val="616161"/>
              </a:solidFill>
              <a:latin typeface="Proxima Nova"/>
            </a:rPr>
            <a:t>Consumer Electronics</a:t>
          </a:r>
          <a:endParaRPr lang="en-US" sz="2200" kern="1200" dirty="0"/>
        </a:p>
      </dsp:txBody>
      <dsp:txXfrm>
        <a:off x="-1353883" y="2090960"/>
        <a:ext cx="3169919" cy="368500"/>
      </dsp:txXfrm>
    </dsp:sp>
    <dsp:sp modelId="{94E86B60-DD07-43CF-A54E-0D17C0A5241C}">
      <dsp:nvSpPr>
        <dsp:cNvPr id="0" name=""/>
        <dsp:cNvSpPr/>
      </dsp:nvSpPr>
      <dsp:spPr>
        <a:xfrm>
          <a:off x="415326" y="690250"/>
          <a:ext cx="1835521" cy="31699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324997" rIns="135128" bIns="135128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Televisions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Audio systems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Smart home devices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1"/>
              </a:solidFill>
            </a:rPr>
            <a:t>AC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1"/>
              </a:solidFill>
            </a:rPr>
            <a:t>Microwave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Custom electronic components for various industrial applications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415326" y="690250"/>
        <a:ext cx="1835521" cy="3169919"/>
      </dsp:txXfrm>
    </dsp:sp>
    <dsp:sp modelId="{5A3CAD5A-D0A6-4B8F-A1BC-B1B98E3FB351}">
      <dsp:nvSpPr>
        <dsp:cNvPr id="0" name=""/>
        <dsp:cNvSpPr/>
      </dsp:nvSpPr>
      <dsp:spPr>
        <a:xfrm>
          <a:off x="46826" y="203829"/>
          <a:ext cx="737000" cy="737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 l="-9000" r="-9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2C6715-2E43-493F-9CED-147AAE7531D4}">
      <dsp:nvSpPr>
        <dsp:cNvPr id="0" name=""/>
        <dsp:cNvSpPr/>
      </dsp:nvSpPr>
      <dsp:spPr>
        <a:xfrm rot="16200000">
          <a:off x="1326554" y="2090960"/>
          <a:ext cx="3169919" cy="36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24997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>
              <a:solidFill>
                <a:srgbClr val="616161"/>
              </a:solidFill>
              <a:latin typeface="Proxima Nova"/>
            </a:rPr>
            <a:t>Personal Devices</a:t>
          </a:r>
          <a:endParaRPr lang="en-US" sz="2200" kern="1200" dirty="0"/>
        </a:p>
      </dsp:txBody>
      <dsp:txXfrm>
        <a:off x="1326554" y="2090960"/>
        <a:ext cx="3169919" cy="368500"/>
      </dsp:txXfrm>
    </dsp:sp>
    <dsp:sp modelId="{ABB83D8E-69EE-41FB-B12B-8DC10257CC61}">
      <dsp:nvSpPr>
        <dsp:cNvPr id="0" name=""/>
        <dsp:cNvSpPr/>
      </dsp:nvSpPr>
      <dsp:spPr>
        <a:xfrm>
          <a:off x="3095764" y="690250"/>
          <a:ext cx="1835521" cy="31699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324997" rIns="135128" bIns="135128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Tablets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Wearables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/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Accessories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/>
            <a:buChar char="•"/>
          </a:pPr>
          <a:r>
            <a:rPr lang="en-US" sz="1500" kern="1200" dirty="0">
              <a:solidFill>
                <a:schemeClr val="tx1"/>
              </a:solidFill>
            </a:rPr>
            <a:t>Smart Phone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>
              <a:solidFill>
                <a:schemeClr val="tx1"/>
              </a:solidFill>
            </a:rPr>
            <a:t>Smart Watch</a:t>
          </a:r>
        </a:p>
      </dsp:txBody>
      <dsp:txXfrm>
        <a:off x="3095764" y="690250"/>
        <a:ext cx="1835521" cy="3169919"/>
      </dsp:txXfrm>
    </dsp:sp>
    <dsp:sp modelId="{4BEA8BD7-42C1-4340-A3B7-4A667E2C117E}">
      <dsp:nvSpPr>
        <dsp:cNvPr id="0" name=""/>
        <dsp:cNvSpPr/>
      </dsp:nvSpPr>
      <dsp:spPr>
        <a:xfrm>
          <a:off x="2727264" y="203829"/>
          <a:ext cx="737000" cy="737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l="-25000" r="-2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053FD0-BDE9-47DF-9DDE-6E933362ECC1}">
      <dsp:nvSpPr>
        <dsp:cNvPr id="0" name=""/>
        <dsp:cNvSpPr/>
      </dsp:nvSpPr>
      <dsp:spPr>
        <a:xfrm rot="16200000">
          <a:off x="4006991" y="2090960"/>
          <a:ext cx="3169919" cy="368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24997" bIns="0" numCol="1" spcCol="1270" anchor="t" anchorCtr="0">
          <a:noAutofit/>
        </a:bodyPr>
        <a:lstStyle/>
        <a:p>
          <a:pPr marL="0" lvl="0" indent="0" algn="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dirty="0">
              <a:solidFill>
                <a:srgbClr val="616161"/>
              </a:solidFill>
              <a:latin typeface="Proxima Nova"/>
            </a:rPr>
            <a:t>Home Appliances</a:t>
          </a:r>
          <a:endParaRPr lang="en-US" sz="2200" kern="1200" dirty="0"/>
        </a:p>
      </dsp:txBody>
      <dsp:txXfrm>
        <a:off x="4006991" y="2090960"/>
        <a:ext cx="3169919" cy="368500"/>
      </dsp:txXfrm>
    </dsp:sp>
    <dsp:sp modelId="{14A7146D-6D79-4B9E-8A2D-8AE08B70633D}">
      <dsp:nvSpPr>
        <dsp:cNvPr id="0" name=""/>
        <dsp:cNvSpPr/>
      </dsp:nvSpPr>
      <dsp:spPr>
        <a:xfrm>
          <a:off x="5776201" y="690250"/>
          <a:ext cx="1835521" cy="316991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324997" rIns="135128" bIns="135128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Refrigerators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Washing machines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Microwaves</a:t>
          </a:r>
          <a:endParaRPr lang="en-US" sz="1500" kern="1200" dirty="0">
            <a:solidFill>
              <a:schemeClr val="tx1"/>
            </a:solidFill>
          </a:endParaRP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100000"/>
            <a:buFont typeface="Arial"/>
            <a:buChar char="•"/>
          </a:pPr>
          <a:r>
            <a:rPr lang="en-US" sz="1500" b="0" i="0" kern="1200" dirty="0">
              <a:solidFill>
                <a:schemeClr val="tx1"/>
              </a:solidFill>
              <a:latin typeface="Proxima Nova"/>
            </a:rPr>
            <a:t>Air conditioners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5776201" y="690250"/>
        <a:ext cx="1835521" cy="3169919"/>
      </dsp:txXfrm>
    </dsp:sp>
    <dsp:sp modelId="{18B38371-91C2-4A38-A5D7-A240B351AD38}">
      <dsp:nvSpPr>
        <dsp:cNvPr id="0" name=""/>
        <dsp:cNvSpPr/>
      </dsp:nvSpPr>
      <dsp:spPr>
        <a:xfrm>
          <a:off x="5407701" y="203829"/>
          <a:ext cx="737000" cy="737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/>
          <a:stretch>
            <a:fillRect l="-2000" r="-2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A76C8FF-5061-97DD-75D0-EC342192C50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1D6820-CACE-2DA7-F07F-7282724809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749D8-12C3-41B0-A93C-00BF63CB27F3}" type="datetimeFigureOut">
              <a:rPr lang="en-US" smtClean="0"/>
              <a:t>10/28/2024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BA9426-D8FA-5132-BE2E-995C5B0097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A09E1-F225-6165-BAAC-C7F9E06117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80AD8-FA91-45CD-85CA-434E42E569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8748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48DEA9-6F4F-4540-9E5D-C6F39079AF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6381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577850"/>
            <a:ext cx="8086725" cy="2514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3155157"/>
            <a:ext cx="6921151" cy="123444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12E0966B-D2C0-4EB5-83D2-AAA5284F3673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46219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1374B-BB80-4859-B4F3-BA87FD4BF88F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857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575564"/>
            <a:ext cx="8085582" cy="251688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3153157"/>
            <a:ext cx="6919722" cy="12344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81DA5-04DE-4660-B385-9756A0D82C1C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03096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498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5013E-DD68-4C4A-ACF8-122D7C4A53A1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8653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30350"/>
            <a:ext cx="3497580" cy="54255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06481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05706" y="1528826"/>
            <a:ext cx="3497580" cy="541782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5706" y="206324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6E7D9-9812-4250-8931-7E6A03F6FB0E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520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FB3D2-ECD3-491E-A8BE-87A948943E9B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8679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C16F6-504D-4B84-ACC2-5C31ACCD9D0F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591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406712"/>
            <a:ext cx="2537460" cy="14401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71500"/>
            <a:ext cx="4572000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1883860"/>
            <a:ext cx="2548890" cy="234524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706D-0A44-4BED-A22F-46E8F868C038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18086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4064001"/>
            <a:ext cx="8085582" cy="459962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3998214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4432301"/>
            <a:ext cx="6922008" cy="40005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98CDB75-DA5A-4826-932D-D01ABBA2FEED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849569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4219A-B330-4BF8-8EA1-F0EB9F00113F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52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521494"/>
            <a:ext cx="1971675" cy="36004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535782"/>
            <a:ext cx="5800725" cy="405050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CF52-10B2-4D12-B038-6A1671FD6BD3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87308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695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1120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3343-06F3-40FA-B41F-468D11DB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FB3AC-4B2A-44CA-AAFD-544D94A8F2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83086-2800-4002-A3DE-D70CC706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AC2D5-4DFE-44B3-AF9C-D63CAE516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E4FE9-34DA-417E-9543-D59E2EB8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867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33E70-C2E1-4471-A7CF-4054DDFA7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FC668-B2DF-47FE-B2DB-09E9EDC42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95FD5-3656-4FC9-83EF-337784326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8E5CB-E6C6-4AE1-9B28-8A2AA0E9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5AB55-C55F-42AF-8A4D-2E542CEA2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75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5169-3240-4E97-A177-4A6A8707F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A9E9E-FFE2-41DD-B404-4C6D6973E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2DD6E-1114-4CAB-B445-8F563893A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8E4DA-6610-41FC-BEDF-BC22C0D4C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5A335-4391-43CD-834C-AF8182C24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099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A4144-61A2-4B0D-9FBF-6927F166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80112-5159-4B4E-9FBE-775B605D8F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E9C74-06A4-4188-B1FC-CF91122B3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4768D-4D35-4F8E-97A3-8DA4DE91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A28ACF-D2B6-48EB-9310-B74A20F3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B62BAA-E3DB-44C8-80F0-88FBF1ADA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3758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9F695-6937-453D-BDB2-2661D96DB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B4D4D-ADF0-4B3F-875F-F71D22C84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5AF07-A0D4-4BD0-BCDF-39C8B9AA2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9D8DD-25C5-4937-815B-8E0FAC0A53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AA91F-ED03-4F6F-AED0-AD52F24198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23E58-7614-49B8-9557-631ACD75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0298E-1E9B-44F0-8A06-7D9F0A7B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098B9-E92F-432B-8058-CF52254D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18550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2C69F-C85A-444E-BA62-E48D0F417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AEBCFF-B5D9-4292-95C9-F94ACBA3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36120-1C99-4A34-BE2F-FDB0FF3E2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0247A-543C-44D1-9D89-ED41B08D1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7927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570BAF-EF50-4222-855F-04765A53B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3292C-1202-4B96-82EE-CB2B5CFC8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295ED6-477F-4141-842F-8CFFD1C8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146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EBB2E-DD60-4B70-A41E-35A1EB17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D3C19-84F5-4660-A11E-EF12B3F6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48EDE-4496-4708-BAD3-CB562C48B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5D1F2-E772-4531-B269-FC71F859B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97A7D-B073-4A13-A1AA-CA77F9BF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99408E-E160-48C7-AFF9-930F21CAF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8248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6B323-0DE5-44E6-A148-5E1647D31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AFDB65-F05F-41C6-84EC-DDA9BCEE0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68BE3-8042-44B5-B907-91296BACB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989C8-43A9-4D9E-AD57-0F569F6A1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AE225-7C1A-4B32-8243-965E9EDE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E3552-4CD8-4B91-9E87-0EB91D29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3958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B9276-B8DF-4255-9DA0-D54776F8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AAE3E-0E55-472A-910A-9766F00369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90AE8-15DD-41FE-AE00-C14DFC9B8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C5937-D630-4B80-B171-82C248A87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FA4D4-7B8D-43E2-BCAC-5D53B4EA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2608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EF7E77-7681-4383-A9F7-0BCCD4FD0A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D8EB1-B625-47A8-A66A-A2E4CD8B3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684BA-4D54-4285-96E9-D24EE0BCB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B36B9-755F-474F-82D6-49D7CF3C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4CB6E-185C-4AC9-9475-65E54A275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48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374650"/>
            <a:ext cx="8079581" cy="1243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08760"/>
            <a:ext cx="8065294" cy="282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4809335"/>
            <a:ext cx="30861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0B32BE99-6662-4E7F-87ED-E019B501288B}" type="datetime1">
              <a:rPr lang="en-US" smtClean="0"/>
              <a:t>10/28/2024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916023"/>
            <a:ext cx="37719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945" y="4407310"/>
            <a:ext cx="2194560" cy="10477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5451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hf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A6AD31-BDB6-47AD-B934-7F6704B65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B0B7E-50A7-4D92-A93F-91A16E51F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5D848-EF29-4477-BC17-F047C0336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A945E2-3DBF-4189-A2E0-81AB9DC39676}" type="datetimeFigureOut">
              <a:rPr lang="en-IN" smtClean="0"/>
              <a:t>28-10-2024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6F424-DD75-4959-905C-3D7B0186E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CBB7E-E633-44DA-86FE-7C969EA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AB78F-A8DD-4650-8EC1-D72624541A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678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9.sv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.jp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F789F9-E74D-4222-8F03-223B58FF1B46}"/>
              </a:ext>
            </a:extLst>
          </p:cNvPr>
          <p:cNvSpPr/>
          <p:nvPr/>
        </p:nvSpPr>
        <p:spPr>
          <a:xfrm>
            <a:off x="1446028" y="246205"/>
            <a:ext cx="781493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spc="50" dirty="0">
                <a:ln w="28575" cmpd="sng">
                  <a:solidFill>
                    <a:srgbClr val="FFFF00"/>
                  </a:solidFill>
                  <a:prstDash val="solid"/>
                </a:ln>
                <a:noFill/>
                <a:effectLst>
                  <a:glow rad="38100">
                    <a:schemeClr val="accent1"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WELCOME TO MY PRESENTATION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82CB08-57FE-4116-A8D2-C42AA69380D4}"/>
              </a:ext>
            </a:extLst>
          </p:cNvPr>
          <p:cNvSpPr txBox="1"/>
          <p:nvPr/>
        </p:nvSpPr>
        <p:spPr>
          <a:xfrm>
            <a:off x="844475" y="1409252"/>
            <a:ext cx="74550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7030A0"/>
                </a:solidFill>
                <a:latin typeface="Algerian" panose="04020705040A02060702" pitchFamily="82" charset="0"/>
              </a:rPr>
              <a:t>Presentation </a:t>
            </a:r>
          </a:p>
          <a:p>
            <a:pPr algn="ctr"/>
            <a:r>
              <a:rPr lang="en-US" sz="2800" dirty="0">
                <a:solidFill>
                  <a:srgbClr val="7030A0"/>
                </a:solidFill>
                <a:latin typeface="Algerian" panose="04020705040A02060702" pitchFamily="82" charset="0"/>
              </a:rPr>
              <a:t>on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  <a:latin typeface="Arial Black" panose="020B0A04020102020204" pitchFamily="34" charset="0"/>
              </a:rPr>
              <a:t>Business Model of SR Company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016F49-1301-4650-8BFC-9AF76E91A465}"/>
              </a:ext>
            </a:extLst>
          </p:cNvPr>
          <p:cNvSpPr txBox="1"/>
          <p:nvPr/>
        </p:nvSpPr>
        <p:spPr>
          <a:xfrm>
            <a:off x="1128741" y="2872292"/>
            <a:ext cx="71707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Bahnschrift Condensed" panose="020B0502040204020203" pitchFamily="34" charset="0"/>
              </a:rPr>
              <a:t>Md. Saedur Rahman</a:t>
            </a:r>
          </a:p>
          <a:p>
            <a:pPr algn="ctr"/>
            <a:r>
              <a:rPr lang="en-US" sz="2400" dirty="0">
                <a:latin typeface="Bahnschrift Condensed" panose="020B0502040204020203" pitchFamily="34" charset="0"/>
              </a:rPr>
              <a:t>Batch: 04</a:t>
            </a:r>
          </a:p>
          <a:p>
            <a:pPr algn="ctr"/>
            <a:r>
              <a:rPr lang="en-US" sz="2400" dirty="0">
                <a:latin typeface="Bahnschrift Condensed" panose="020B0502040204020203" pitchFamily="34" charset="0"/>
              </a:rPr>
              <a:t>Department of Public Administration</a:t>
            </a:r>
          </a:p>
          <a:p>
            <a:pPr algn="ctr"/>
            <a:r>
              <a:rPr lang="en-US" sz="2400" dirty="0">
                <a:latin typeface="Bahnschrift Condensed" panose="020B0502040204020203" pitchFamily="34" charset="0"/>
              </a:rPr>
              <a:t>University of Barishal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B1FC9A-3FDF-4872-A0E6-2349EA7AA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09" y="4412456"/>
            <a:ext cx="914246" cy="429829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B8B2D-899C-4E99-83D7-681EF7B68709}"/>
              </a:ext>
            </a:extLst>
          </p:cNvPr>
          <p:cNvSpPr txBox="1"/>
          <p:nvPr/>
        </p:nvSpPr>
        <p:spPr>
          <a:xfrm>
            <a:off x="559398" y="4686301"/>
            <a:ext cx="3399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Date: 02/06/2024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FADDE-72B3-45C7-811A-EBDD09E47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88" y="224118"/>
            <a:ext cx="969253" cy="945924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  <p:extLst>
      <p:ext uri="{BB962C8B-B14F-4D97-AF65-F5344CB8AC3E}">
        <p14:creationId xmlns:p14="http://schemas.microsoft.com/office/powerpoint/2010/main" val="1805618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1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46000">
              <a:schemeClr val="accent6">
                <a:lumMod val="95000"/>
                <a:lumOff val="5000"/>
              </a:schemeClr>
            </a:gs>
            <a:gs pos="100000">
              <a:schemeClr val="accent6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Business Model of SR Company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177F4B-EB39-48EC-8FA7-5C4AB23996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pic>
        <p:nvPicPr>
          <p:cNvPr id="10" name="Picture 9" descr="tmphevffm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714" y="575489"/>
            <a:ext cx="4190999" cy="2359372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pic>
        <p:nvPicPr>
          <p:cNvPr id="1026" name="Picture 2" descr="https://th.bing.com/th/id/OIP.VRApghqLkxkBhFgt_oy88gHaE8?w=298&amp;h=198&amp;c=10&amp;rs=1&amp;qlt=99&amp;bgcl=fffffe&amp;r=0&amp;o=6&amp;pid=MultiSMRSV2Source">
            <a:extLst>
              <a:ext uri="{FF2B5EF4-FFF2-40B4-BE49-F238E27FC236}">
                <a16:creationId xmlns:a16="http://schemas.microsoft.com/office/drawing/2014/main" id="{B5D4DF7E-7D4D-4845-A008-B505233D1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025" y="1940549"/>
            <a:ext cx="3550975" cy="23593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5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Overview of SR Company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A0F4A46-8FB3-4C13-B02D-5FC332EB99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3" name="Rectangle 2"/>
          <p:cNvSpPr/>
          <p:nvPr/>
        </p:nvSpPr>
        <p:spPr>
          <a:xfrm>
            <a:off x="228600" y="1508670"/>
            <a:ext cx="8686800" cy="320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71384" y="1016486"/>
            <a:ext cx="4190999" cy="2510944"/>
          </a:xfrm>
          <a:prstGeom prst="rect">
            <a:avLst/>
          </a:prstGeom>
          <a:noFill/>
          <a:ln>
            <a:noFill/>
          </a:ln>
        </p:spPr>
        <p:txBody>
          <a:bodyPr wrap="square" lIns="190500" tIns="0" rIns="0" bIns="190500" anchor="t">
            <a:spAutoFit/>
          </a:bodyPr>
          <a:lstStyle/>
          <a:p>
            <a:pPr marL="228600" indent="-91440" algn="l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FF0000"/>
                </a:solidFill>
                <a:latin typeface="Proxima Nova"/>
              </a:rPr>
              <a:t>Company Name</a:t>
            </a:r>
            <a:r>
              <a:rPr sz="1300" b="1" i="0" dirty="0">
                <a:solidFill>
                  <a:srgbClr val="616161"/>
                </a:solidFill>
                <a:latin typeface="Proxima Nova"/>
              </a:rPr>
              <a:t>:</a:t>
            </a:r>
            <a:r>
              <a:rPr sz="1300" b="0" i="0" dirty="0">
                <a:solidFill>
                  <a:srgbClr val="616161"/>
                </a:solidFill>
                <a:latin typeface="Proxima Nova"/>
              </a:rPr>
              <a:t> </a:t>
            </a:r>
            <a:r>
              <a:rPr sz="1300" b="0" i="0" dirty="0">
                <a:latin typeface="Proxima Nova"/>
              </a:rPr>
              <a:t>SR Company</a:t>
            </a:r>
          </a:p>
          <a:p>
            <a:pPr marL="228600" lvl="1" indent="-9144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FF0000"/>
                </a:solidFill>
                <a:latin typeface="Proxima Nova"/>
              </a:rPr>
              <a:t>Industry:</a:t>
            </a:r>
            <a:r>
              <a:rPr sz="1300" b="0" i="0" dirty="0">
                <a:solidFill>
                  <a:srgbClr val="FF0000"/>
                </a:solidFill>
                <a:latin typeface="Proxima Nova"/>
              </a:rPr>
              <a:t> </a:t>
            </a:r>
            <a:r>
              <a:rPr sz="1300" b="0" i="0" dirty="0">
                <a:latin typeface="Proxima Nova"/>
              </a:rPr>
              <a:t>Electronics Manufacturing</a:t>
            </a:r>
          </a:p>
          <a:p>
            <a:pPr marL="228600" lvl="1" indent="-9144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FF0000"/>
                </a:solidFill>
                <a:latin typeface="Proxima Nova"/>
              </a:rPr>
              <a:t>Core Competencies</a:t>
            </a:r>
            <a:r>
              <a:rPr sz="1300" b="1" i="0" dirty="0">
                <a:solidFill>
                  <a:srgbClr val="616161"/>
                </a:solidFill>
                <a:latin typeface="Proxima Nova"/>
              </a:rPr>
              <a:t>:</a:t>
            </a:r>
            <a:r>
              <a:rPr sz="1300" b="0" i="0" dirty="0">
                <a:solidFill>
                  <a:srgbClr val="616161"/>
                </a:solidFill>
                <a:latin typeface="Proxima Nova"/>
              </a:rPr>
              <a:t> </a:t>
            </a:r>
            <a:r>
              <a:rPr sz="1300" b="0" i="0" dirty="0">
                <a:latin typeface="Proxima Nova"/>
              </a:rPr>
              <a:t>Quality Control, Innovation, Customer Satisfaction</a:t>
            </a:r>
          </a:p>
          <a:p>
            <a:pPr marL="228600" lvl="1" indent="-9144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FF0000"/>
                </a:solidFill>
                <a:latin typeface="Proxima Nova"/>
              </a:rPr>
              <a:t>Facilities:</a:t>
            </a:r>
            <a:r>
              <a:rPr sz="1300" b="0" i="0" dirty="0">
                <a:solidFill>
                  <a:srgbClr val="616161"/>
                </a:solidFill>
                <a:latin typeface="Proxima Nova"/>
              </a:rPr>
              <a:t> </a:t>
            </a:r>
            <a:r>
              <a:rPr sz="1300" b="0" i="0" dirty="0">
                <a:latin typeface="Proxima Nova"/>
              </a:rPr>
              <a:t>State-of-the-art manufacturing facilities with advanced technology</a:t>
            </a:r>
          </a:p>
          <a:p>
            <a:pPr marL="228600" lvl="1" indent="-9144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FF0000"/>
                </a:solidFill>
                <a:latin typeface="Proxima Nova"/>
              </a:rPr>
              <a:t>Workforce:</a:t>
            </a:r>
            <a:r>
              <a:rPr sz="1300" b="0" i="0" dirty="0">
                <a:solidFill>
                  <a:srgbClr val="FF0000"/>
                </a:solidFill>
                <a:latin typeface="Proxima Nova"/>
              </a:rPr>
              <a:t> </a:t>
            </a:r>
            <a:r>
              <a:rPr sz="1300" b="0" i="0" dirty="0">
                <a:latin typeface="Proxima Nova"/>
              </a:rPr>
              <a:t>Highly skilled workforce ensuring performance and reliability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4400" y="1508670"/>
            <a:ext cx="4190999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4400" y="1508670"/>
            <a:ext cx="4190999" cy="23593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endParaRPr/>
          </a:p>
        </p:txBody>
      </p:sp>
      <p:pic>
        <p:nvPicPr>
          <p:cNvPr id="10" name="Picture 9" descr="tmpjr_37gf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141" y="2239258"/>
            <a:ext cx="3899659" cy="219535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Products &amp; Services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7774984-2984-4C52-8AEB-1C58AC79EB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228600" y="1508670"/>
            <a:ext cx="8686800" cy="2587972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24400" y="3944242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B8F51880-9728-4192-9BFA-25FAB29A8A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9626058"/>
              </p:ext>
            </p:extLst>
          </p:nvPr>
        </p:nvGraphicFramePr>
        <p:xfrm>
          <a:off x="947568" y="920680"/>
          <a:ext cx="765855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Chart 39" descr="This is a chart.">
            <a:extLst>
              <a:ext uri="{FF2B5EF4-FFF2-40B4-BE49-F238E27FC236}">
                <a16:creationId xmlns:a16="http://schemas.microsoft.com/office/drawing/2014/main" id="{18162A1C-5D5A-4433-8DB2-134D67A3D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353230"/>
              </p:ext>
            </p:extLst>
          </p:nvPr>
        </p:nvGraphicFramePr>
        <p:xfrm>
          <a:off x="325640" y="1743650"/>
          <a:ext cx="3654689" cy="2510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EB0D3BA2-B43F-482A-8413-36C39E771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601" y="1246618"/>
            <a:ext cx="3924720" cy="3264686"/>
          </a:xfrm>
          <a:prstGeom prst="rect">
            <a:avLst/>
          </a:prstGeom>
          <a:noFill/>
          <a:ln>
            <a:solidFill>
              <a:srgbClr val="CE29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11" name="TextBox 47">
            <a:extLst>
              <a:ext uri="{FF2B5EF4-FFF2-40B4-BE49-F238E27FC236}">
                <a16:creationId xmlns:a16="http://schemas.microsoft.com/office/drawing/2014/main" id="{853D56A8-B36E-4520-9327-AFD45439C181}"/>
              </a:ext>
            </a:extLst>
          </p:cNvPr>
          <p:cNvSpPr txBox="1"/>
          <p:nvPr/>
        </p:nvSpPr>
        <p:spPr>
          <a:xfrm>
            <a:off x="4421393" y="1274210"/>
            <a:ext cx="4494006" cy="400110"/>
          </a:xfrm>
          <a:prstGeom prst="rect">
            <a:avLst/>
          </a:prstGeom>
          <a:noFill/>
          <a:ln w="6350">
            <a:noFill/>
            <a:prstDash val="dash"/>
          </a:ln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defTabSz="457200">
              <a:spcAft>
                <a:spcPts val="800"/>
              </a:spcAft>
              <a:buSzPct val="100000"/>
            </a:pPr>
            <a:r>
              <a:rPr lang="en-US" sz="1300" b="1" dirty="0">
                <a:solidFill>
                  <a:srgbClr val="616161"/>
                </a:solidFill>
                <a:latin typeface="Proxima Nova"/>
              </a:rPr>
              <a:t>Sales Performance:</a:t>
            </a:r>
            <a:r>
              <a:rPr lang="en-US" sz="1300" dirty="0">
                <a:solidFill>
                  <a:srgbClr val="616161"/>
                </a:solidFill>
                <a:latin typeface="Proxima Nova"/>
              </a:rPr>
              <a:t> Strong demand, continuous innovation, and market expansion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27B1B3A-4567-4AE9-A7C9-FA9D5A1F3929}"/>
              </a:ext>
            </a:extLst>
          </p:cNvPr>
          <p:cNvSpPr/>
          <p:nvPr/>
        </p:nvSpPr>
        <p:spPr>
          <a:xfrm>
            <a:off x="628650" y="1236821"/>
            <a:ext cx="2964656" cy="369332"/>
          </a:xfrm>
          <a:prstGeom prst="roundRect">
            <a:avLst>
              <a:gd name="adj" fmla="val 50000"/>
            </a:avLst>
          </a:prstGeom>
          <a:solidFill>
            <a:srgbClr val="CE295E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Products Sales</a:t>
            </a: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922831E1-31DF-4125-9BCB-8937CAE54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0166" y="1244261"/>
            <a:ext cx="289323" cy="28932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grpSp>
        <p:nvGrpSpPr>
          <p:cNvPr id="123" name="Group 122" descr="This is an icon of a bar chart and a line chart. ">
            <a:extLst>
              <a:ext uri="{FF2B5EF4-FFF2-40B4-BE49-F238E27FC236}">
                <a16:creationId xmlns:a16="http://schemas.microsoft.com/office/drawing/2014/main" id="{08F666DF-6069-4309-98CB-67441794E384}"/>
              </a:ext>
            </a:extLst>
          </p:cNvPr>
          <p:cNvGrpSpPr/>
          <p:nvPr/>
        </p:nvGrpSpPr>
        <p:grpSpPr>
          <a:xfrm>
            <a:off x="699715" y="1326375"/>
            <a:ext cx="147191" cy="147191"/>
            <a:chOff x="4319588" y="2492375"/>
            <a:chExt cx="287338" cy="287338"/>
          </a:xfrm>
          <a:solidFill>
            <a:srgbClr val="CE295E"/>
          </a:solidFill>
        </p:grpSpPr>
        <p:sp>
          <p:nvSpPr>
            <p:cNvPr id="124" name="Freeform 372">
              <a:extLst>
                <a:ext uri="{FF2B5EF4-FFF2-40B4-BE49-F238E27FC236}">
                  <a16:creationId xmlns:a16="http://schemas.microsoft.com/office/drawing/2014/main" id="{CC6C2715-550E-40A0-AB0F-10386CBA9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9588" y="2587625"/>
              <a:ext cx="287338" cy="192088"/>
            </a:xfrm>
            <a:custGeom>
              <a:avLst/>
              <a:gdLst>
                <a:gd name="T0" fmla="*/ 843 w 904"/>
                <a:gd name="T1" fmla="*/ 572 h 602"/>
                <a:gd name="T2" fmla="*/ 843 w 904"/>
                <a:gd name="T3" fmla="*/ 12 h 602"/>
                <a:gd name="T4" fmla="*/ 841 w 904"/>
                <a:gd name="T5" fmla="*/ 7 h 602"/>
                <a:gd name="T6" fmla="*/ 836 w 904"/>
                <a:gd name="T7" fmla="*/ 3 h 602"/>
                <a:gd name="T8" fmla="*/ 831 w 904"/>
                <a:gd name="T9" fmla="*/ 1 h 602"/>
                <a:gd name="T10" fmla="*/ 708 w 904"/>
                <a:gd name="T11" fmla="*/ 0 h 602"/>
                <a:gd name="T12" fmla="*/ 702 w 904"/>
                <a:gd name="T13" fmla="*/ 2 h 602"/>
                <a:gd name="T14" fmla="*/ 697 w 904"/>
                <a:gd name="T15" fmla="*/ 5 h 602"/>
                <a:gd name="T16" fmla="*/ 694 w 904"/>
                <a:gd name="T17" fmla="*/ 9 h 602"/>
                <a:gd name="T18" fmla="*/ 693 w 904"/>
                <a:gd name="T19" fmla="*/ 16 h 602"/>
                <a:gd name="T20" fmla="*/ 632 w 904"/>
                <a:gd name="T21" fmla="*/ 572 h 602"/>
                <a:gd name="T22" fmla="*/ 632 w 904"/>
                <a:gd name="T23" fmla="*/ 283 h 602"/>
                <a:gd name="T24" fmla="*/ 630 w 904"/>
                <a:gd name="T25" fmla="*/ 277 h 602"/>
                <a:gd name="T26" fmla="*/ 626 w 904"/>
                <a:gd name="T27" fmla="*/ 274 h 602"/>
                <a:gd name="T28" fmla="*/ 621 w 904"/>
                <a:gd name="T29" fmla="*/ 271 h 602"/>
                <a:gd name="T30" fmla="*/ 497 w 904"/>
                <a:gd name="T31" fmla="*/ 271 h 602"/>
                <a:gd name="T32" fmla="*/ 491 w 904"/>
                <a:gd name="T33" fmla="*/ 272 h 602"/>
                <a:gd name="T34" fmla="*/ 487 w 904"/>
                <a:gd name="T35" fmla="*/ 275 h 602"/>
                <a:gd name="T36" fmla="*/ 483 w 904"/>
                <a:gd name="T37" fmla="*/ 281 h 602"/>
                <a:gd name="T38" fmla="*/ 482 w 904"/>
                <a:gd name="T39" fmla="*/ 286 h 602"/>
                <a:gd name="T40" fmla="*/ 421 w 904"/>
                <a:gd name="T41" fmla="*/ 572 h 602"/>
                <a:gd name="T42" fmla="*/ 421 w 904"/>
                <a:gd name="T43" fmla="*/ 193 h 602"/>
                <a:gd name="T44" fmla="*/ 419 w 904"/>
                <a:gd name="T45" fmla="*/ 187 h 602"/>
                <a:gd name="T46" fmla="*/ 415 w 904"/>
                <a:gd name="T47" fmla="*/ 183 h 602"/>
                <a:gd name="T48" fmla="*/ 409 w 904"/>
                <a:gd name="T49" fmla="*/ 181 h 602"/>
                <a:gd name="T50" fmla="*/ 286 w 904"/>
                <a:gd name="T51" fmla="*/ 181 h 602"/>
                <a:gd name="T52" fmla="*/ 281 w 904"/>
                <a:gd name="T53" fmla="*/ 182 h 602"/>
                <a:gd name="T54" fmla="*/ 275 w 904"/>
                <a:gd name="T55" fmla="*/ 185 h 602"/>
                <a:gd name="T56" fmla="*/ 272 w 904"/>
                <a:gd name="T57" fmla="*/ 190 h 602"/>
                <a:gd name="T58" fmla="*/ 271 w 904"/>
                <a:gd name="T59" fmla="*/ 196 h 602"/>
                <a:gd name="T60" fmla="*/ 211 w 904"/>
                <a:gd name="T61" fmla="*/ 572 h 602"/>
                <a:gd name="T62" fmla="*/ 211 w 904"/>
                <a:gd name="T63" fmla="*/ 404 h 602"/>
                <a:gd name="T64" fmla="*/ 209 w 904"/>
                <a:gd name="T65" fmla="*/ 399 h 602"/>
                <a:gd name="T66" fmla="*/ 205 w 904"/>
                <a:gd name="T67" fmla="*/ 394 h 602"/>
                <a:gd name="T68" fmla="*/ 199 w 904"/>
                <a:gd name="T69" fmla="*/ 392 h 602"/>
                <a:gd name="T70" fmla="*/ 76 w 904"/>
                <a:gd name="T71" fmla="*/ 391 h 602"/>
                <a:gd name="T72" fmla="*/ 69 w 904"/>
                <a:gd name="T73" fmla="*/ 392 h 602"/>
                <a:gd name="T74" fmla="*/ 65 w 904"/>
                <a:gd name="T75" fmla="*/ 396 h 602"/>
                <a:gd name="T76" fmla="*/ 62 w 904"/>
                <a:gd name="T77" fmla="*/ 401 h 602"/>
                <a:gd name="T78" fmla="*/ 61 w 904"/>
                <a:gd name="T79" fmla="*/ 406 h 602"/>
                <a:gd name="T80" fmla="*/ 15 w 904"/>
                <a:gd name="T81" fmla="*/ 572 h 602"/>
                <a:gd name="T82" fmla="*/ 9 w 904"/>
                <a:gd name="T83" fmla="*/ 573 h 602"/>
                <a:gd name="T84" fmla="*/ 5 w 904"/>
                <a:gd name="T85" fmla="*/ 577 h 602"/>
                <a:gd name="T86" fmla="*/ 2 w 904"/>
                <a:gd name="T87" fmla="*/ 581 h 602"/>
                <a:gd name="T88" fmla="*/ 0 w 904"/>
                <a:gd name="T89" fmla="*/ 587 h 602"/>
                <a:gd name="T90" fmla="*/ 2 w 904"/>
                <a:gd name="T91" fmla="*/ 593 h 602"/>
                <a:gd name="T92" fmla="*/ 5 w 904"/>
                <a:gd name="T93" fmla="*/ 598 h 602"/>
                <a:gd name="T94" fmla="*/ 9 w 904"/>
                <a:gd name="T95" fmla="*/ 601 h 602"/>
                <a:gd name="T96" fmla="*/ 15 w 904"/>
                <a:gd name="T97" fmla="*/ 602 h 602"/>
                <a:gd name="T98" fmla="*/ 196 w 904"/>
                <a:gd name="T99" fmla="*/ 602 h 602"/>
                <a:gd name="T100" fmla="*/ 406 w 904"/>
                <a:gd name="T101" fmla="*/ 602 h 602"/>
                <a:gd name="T102" fmla="*/ 617 w 904"/>
                <a:gd name="T103" fmla="*/ 602 h 602"/>
                <a:gd name="T104" fmla="*/ 828 w 904"/>
                <a:gd name="T105" fmla="*/ 602 h 602"/>
                <a:gd name="T106" fmla="*/ 891 w 904"/>
                <a:gd name="T107" fmla="*/ 602 h 602"/>
                <a:gd name="T108" fmla="*/ 896 w 904"/>
                <a:gd name="T109" fmla="*/ 600 h 602"/>
                <a:gd name="T110" fmla="*/ 901 w 904"/>
                <a:gd name="T111" fmla="*/ 596 h 602"/>
                <a:gd name="T112" fmla="*/ 903 w 904"/>
                <a:gd name="T113" fmla="*/ 591 h 602"/>
                <a:gd name="T114" fmla="*/ 903 w 904"/>
                <a:gd name="T115" fmla="*/ 584 h 602"/>
                <a:gd name="T116" fmla="*/ 901 w 904"/>
                <a:gd name="T117" fmla="*/ 579 h 602"/>
                <a:gd name="T118" fmla="*/ 896 w 904"/>
                <a:gd name="T119" fmla="*/ 575 h 602"/>
                <a:gd name="T120" fmla="*/ 891 w 904"/>
                <a:gd name="T121" fmla="*/ 572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04" h="602">
                  <a:moveTo>
                    <a:pt x="889" y="572"/>
                  </a:moveTo>
                  <a:lnTo>
                    <a:pt x="843" y="572"/>
                  </a:lnTo>
                  <a:lnTo>
                    <a:pt x="843" y="16"/>
                  </a:lnTo>
                  <a:lnTo>
                    <a:pt x="843" y="12"/>
                  </a:lnTo>
                  <a:lnTo>
                    <a:pt x="842" y="9"/>
                  </a:lnTo>
                  <a:lnTo>
                    <a:pt x="841" y="7"/>
                  </a:lnTo>
                  <a:lnTo>
                    <a:pt x="838" y="5"/>
                  </a:lnTo>
                  <a:lnTo>
                    <a:pt x="836" y="3"/>
                  </a:lnTo>
                  <a:lnTo>
                    <a:pt x="834" y="2"/>
                  </a:lnTo>
                  <a:lnTo>
                    <a:pt x="831" y="1"/>
                  </a:lnTo>
                  <a:lnTo>
                    <a:pt x="828" y="1"/>
                  </a:lnTo>
                  <a:lnTo>
                    <a:pt x="708" y="0"/>
                  </a:lnTo>
                  <a:lnTo>
                    <a:pt x="704" y="1"/>
                  </a:lnTo>
                  <a:lnTo>
                    <a:pt x="702" y="2"/>
                  </a:lnTo>
                  <a:lnTo>
                    <a:pt x="699" y="3"/>
                  </a:lnTo>
                  <a:lnTo>
                    <a:pt x="697" y="5"/>
                  </a:lnTo>
                  <a:lnTo>
                    <a:pt x="695" y="7"/>
                  </a:lnTo>
                  <a:lnTo>
                    <a:pt x="694" y="9"/>
                  </a:lnTo>
                  <a:lnTo>
                    <a:pt x="693" y="12"/>
                  </a:lnTo>
                  <a:lnTo>
                    <a:pt x="693" y="16"/>
                  </a:lnTo>
                  <a:lnTo>
                    <a:pt x="693" y="572"/>
                  </a:lnTo>
                  <a:lnTo>
                    <a:pt x="632" y="572"/>
                  </a:lnTo>
                  <a:lnTo>
                    <a:pt x="632" y="286"/>
                  </a:lnTo>
                  <a:lnTo>
                    <a:pt x="632" y="283"/>
                  </a:lnTo>
                  <a:lnTo>
                    <a:pt x="631" y="281"/>
                  </a:lnTo>
                  <a:lnTo>
                    <a:pt x="630" y="277"/>
                  </a:lnTo>
                  <a:lnTo>
                    <a:pt x="628" y="275"/>
                  </a:lnTo>
                  <a:lnTo>
                    <a:pt x="626" y="274"/>
                  </a:lnTo>
                  <a:lnTo>
                    <a:pt x="623" y="272"/>
                  </a:lnTo>
                  <a:lnTo>
                    <a:pt x="621" y="271"/>
                  </a:lnTo>
                  <a:lnTo>
                    <a:pt x="617" y="271"/>
                  </a:lnTo>
                  <a:lnTo>
                    <a:pt x="497" y="271"/>
                  </a:lnTo>
                  <a:lnTo>
                    <a:pt x="494" y="271"/>
                  </a:lnTo>
                  <a:lnTo>
                    <a:pt x="491" y="272"/>
                  </a:lnTo>
                  <a:lnTo>
                    <a:pt x="489" y="274"/>
                  </a:lnTo>
                  <a:lnTo>
                    <a:pt x="487" y="275"/>
                  </a:lnTo>
                  <a:lnTo>
                    <a:pt x="484" y="277"/>
                  </a:lnTo>
                  <a:lnTo>
                    <a:pt x="483" y="281"/>
                  </a:lnTo>
                  <a:lnTo>
                    <a:pt x="482" y="283"/>
                  </a:lnTo>
                  <a:lnTo>
                    <a:pt x="482" y="286"/>
                  </a:lnTo>
                  <a:lnTo>
                    <a:pt x="482" y="572"/>
                  </a:lnTo>
                  <a:lnTo>
                    <a:pt x="421" y="572"/>
                  </a:lnTo>
                  <a:lnTo>
                    <a:pt x="421" y="196"/>
                  </a:lnTo>
                  <a:lnTo>
                    <a:pt x="421" y="193"/>
                  </a:lnTo>
                  <a:lnTo>
                    <a:pt x="420" y="190"/>
                  </a:lnTo>
                  <a:lnTo>
                    <a:pt x="419" y="187"/>
                  </a:lnTo>
                  <a:lnTo>
                    <a:pt x="417" y="185"/>
                  </a:lnTo>
                  <a:lnTo>
                    <a:pt x="415" y="183"/>
                  </a:lnTo>
                  <a:lnTo>
                    <a:pt x="413" y="182"/>
                  </a:lnTo>
                  <a:lnTo>
                    <a:pt x="409" y="181"/>
                  </a:lnTo>
                  <a:lnTo>
                    <a:pt x="406" y="181"/>
                  </a:lnTo>
                  <a:lnTo>
                    <a:pt x="286" y="181"/>
                  </a:lnTo>
                  <a:lnTo>
                    <a:pt x="283" y="181"/>
                  </a:lnTo>
                  <a:lnTo>
                    <a:pt x="281" y="182"/>
                  </a:lnTo>
                  <a:lnTo>
                    <a:pt x="277" y="183"/>
                  </a:lnTo>
                  <a:lnTo>
                    <a:pt x="275" y="185"/>
                  </a:lnTo>
                  <a:lnTo>
                    <a:pt x="273" y="187"/>
                  </a:lnTo>
                  <a:lnTo>
                    <a:pt x="272" y="190"/>
                  </a:lnTo>
                  <a:lnTo>
                    <a:pt x="271" y="193"/>
                  </a:lnTo>
                  <a:lnTo>
                    <a:pt x="271" y="196"/>
                  </a:lnTo>
                  <a:lnTo>
                    <a:pt x="271" y="572"/>
                  </a:lnTo>
                  <a:lnTo>
                    <a:pt x="211" y="572"/>
                  </a:lnTo>
                  <a:lnTo>
                    <a:pt x="211" y="406"/>
                  </a:lnTo>
                  <a:lnTo>
                    <a:pt x="211" y="404"/>
                  </a:lnTo>
                  <a:lnTo>
                    <a:pt x="210" y="401"/>
                  </a:lnTo>
                  <a:lnTo>
                    <a:pt x="209" y="399"/>
                  </a:lnTo>
                  <a:lnTo>
                    <a:pt x="207" y="396"/>
                  </a:lnTo>
                  <a:lnTo>
                    <a:pt x="205" y="394"/>
                  </a:lnTo>
                  <a:lnTo>
                    <a:pt x="201" y="393"/>
                  </a:lnTo>
                  <a:lnTo>
                    <a:pt x="199" y="392"/>
                  </a:lnTo>
                  <a:lnTo>
                    <a:pt x="196" y="391"/>
                  </a:lnTo>
                  <a:lnTo>
                    <a:pt x="76" y="391"/>
                  </a:lnTo>
                  <a:lnTo>
                    <a:pt x="73" y="392"/>
                  </a:lnTo>
                  <a:lnTo>
                    <a:pt x="69" y="392"/>
                  </a:lnTo>
                  <a:lnTo>
                    <a:pt x="67" y="394"/>
                  </a:lnTo>
                  <a:lnTo>
                    <a:pt x="65" y="396"/>
                  </a:lnTo>
                  <a:lnTo>
                    <a:pt x="63" y="399"/>
                  </a:lnTo>
                  <a:lnTo>
                    <a:pt x="62" y="401"/>
                  </a:lnTo>
                  <a:lnTo>
                    <a:pt x="61" y="404"/>
                  </a:lnTo>
                  <a:lnTo>
                    <a:pt x="61" y="406"/>
                  </a:lnTo>
                  <a:lnTo>
                    <a:pt x="61" y="572"/>
                  </a:lnTo>
                  <a:lnTo>
                    <a:pt x="15" y="572"/>
                  </a:lnTo>
                  <a:lnTo>
                    <a:pt x="13" y="572"/>
                  </a:lnTo>
                  <a:lnTo>
                    <a:pt x="9" y="573"/>
                  </a:lnTo>
                  <a:lnTo>
                    <a:pt x="7" y="575"/>
                  </a:lnTo>
                  <a:lnTo>
                    <a:pt x="5" y="577"/>
                  </a:lnTo>
                  <a:lnTo>
                    <a:pt x="3" y="579"/>
                  </a:lnTo>
                  <a:lnTo>
                    <a:pt x="2" y="581"/>
                  </a:lnTo>
                  <a:lnTo>
                    <a:pt x="1" y="584"/>
                  </a:lnTo>
                  <a:lnTo>
                    <a:pt x="0" y="587"/>
                  </a:lnTo>
                  <a:lnTo>
                    <a:pt x="1" y="591"/>
                  </a:lnTo>
                  <a:lnTo>
                    <a:pt x="2" y="593"/>
                  </a:lnTo>
                  <a:lnTo>
                    <a:pt x="3" y="596"/>
                  </a:lnTo>
                  <a:lnTo>
                    <a:pt x="5" y="598"/>
                  </a:lnTo>
                  <a:lnTo>
                    <a:pt x="7" y="600"/>
                  </a:lnTo>
                  <a:lnTo>
                    <a:pt x="9" y="601"/>
                  </a:lnTo>
                  <a:lnTo>
                    <a:pt x="13" y="602"/>
                  </a:lnTo>
                  <a:lnTo>
                    <a:pt x="15" y="602"/>
                  </a:lnTo>
                  <a:lnTo>
                    <a:pt x="76" y="602"/>
                  </a:lnTo>
                  <a:lnTo>
                    <a:pt x="196" y="602"/>
                  </a:lnTo>
                  <a:lnTo>
                    <a:pt x="286" y="602"/>
                  </a:lnTo>
                  <a:lnTo>
                    <a:pt x="406" y="602"/>
                  </a:lnTo>
                  <a:lnTo>
                    <a:pt x="497" y="602"/>
                  </a:lnTo>
                  <a:lnTo>
                    <a:pt x="617" y="602"/>
                  </a:lnTo>
                  <a:lnTo>
                    <a:pt x="708" y="602"/>
                  </a:lnTo>
                  <a:lnTo>
                    <a:pt x="828" y="602"/>
                  </a:lnTo>
                  <a:lnTo>
                    <a:pt x="889" y="602"/>
                  </a:lnTo>
                  <a:lnTo>
                    <a:pt x="891" y="602"/>
                  </a:lnTo>
                  <a:lnTo>
                    <a:pt x="894" y="601"/>
                  </a:lnTo>
                  <a:lnTo>
                    <a:pt x="896" y="600"/>
                  </a:lnTo>
                  <a:lnTo>
                    <a:pt x="898" y="598"/>
                  </a:lnTo>
                  <a:lnTo>
                    <a:pt x="901" y="596"/>
                  </a:lnTo>
                  <a:lnTo>
                    <a:pt x="902" y="593"/>
                  </a:lnTo>
                  <a:lnTo>
                    <a:pt x="903" y="591"/>
                  </a:lnTo>
                  <a:lnTo>
                    <a:pt x="904" y="587"/>
                  </a:lnTo>
                  <a:lnTo>
                    <a:pt x="903" y="584"/>
                  </a:lnTo>
                  <a:lnTo>
                    <a:pt x="902" y="581"/>
                  </a:lnTo>
                  <a:lnTo>
                    <a:pt x="901" y="579"/>
                  </a:lnTo>
                  <a:lnTo>
                    <a:pt x="898" y="577"/>
                  </a:lnTo>
                  <a:lnTo>
                    <a:pt x="896" y="575"/>
                  </a:lnTo>
                  <a:lnTo>
                    <a:pt x="894" y="573"/>
                  </a:lnTo>
                  <a:lnTo>
                    <a:pt x="891" y="572"/>
                  </a:lnTo>
                  <a:lnTo>
                    <a:pt x="889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25" name="Freeform 373">
              <a:extLst>
                <a:ext uri="{FF2B5EF4-FFF2-40B4-BE49-F238E27FC236}">
                  <a16:creationId xmlns:a16="http://schemas.microsoft.com/office/drawing/2014/main" id="{F7218EF6-60ED-4D4C-9831-CF6B6BB7D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638" y="2492375"/>
              <a:ext cx="252413" cy="157163"/>
            </a:xfrm>
            <a:custGeom>
              <a:avLst/>
              <a:gdLst>
                <a:gd name="T0" fmla="*/ 77 w 797"/>
                <a:gd name="T1" fmla="*/ 494 h 497"/>
                <a:gd name="T2" fmla="*/ 97 w 797"/>
                <a:gd name="T3" fmla="*/ 483 h 497"/>
                <a:gd name="T4" fmla="*/ 112 w 797"/>
                <a:gd name="T5" fmla="*/ 466 h 497"/>
                <a:gd name="T6" fmla="*/ 120 w 797"/>
                <a:gd name="T7" fmla="*/ 443 h 497"/>
                <a:gd name="T8" fmla="*/ 116 w 797"/>
                <a:gd name="T9" fmla="*/ 416 h 497"/>
                <a:gd name="T10" fmla="*/ 267 w 797"/>
                <a:gd name="T11" fmla="*/ 298 h 497"/>
                <a:gd name="T12" fmla="*/ 300 w 797"/>
                <a:gd name="T13" fmla="*/ 299 h 497"/>
                <a:gd name="T14" fmla="*/ 325 w 797"/>
                <a:gd name="T15" fmla="*/ 287 h 497"/>
                <a:gd name="T16" fmla="*/ 451 w 797"/>
                <a:gd name="T17" fmla="*/ 327 h 497"/>
                <a:gd name="T18" fmla="*/ 454 w 797"/>
                <a:gd name="T19" fmla="*/ 349 h 497"/>
                <a:gd name="T20" fmla="*/ 464 w 797"/>
                <a:gd name="T21" fmla="*/ 369 h 497"/>
                <a:gd name="T22" fmla="*/ 482 w 797"/>
                <a:gd name="T23" fmla="*/ 384 h 497"/>
                <a:gd name="T24" fmla="*/ 505 w 797"/>
                <a:gd name="T25" fmla="*/ 391 h 497"/>
                <a:gd name="T26" fmla="*/ 529 w 797"/>
                <a:gd name="T27" fmla="*/ 389 h 497"/>
                <a:gd name="T28" fmla="*/ 550 w 797"/>
                <a:gd name="T29" fmla="*/ 378 h 497"/>
                <a:gd name="T30" fmla="*/ 564 w 797"/>
                <a:gd name="T31" fmla="*/ 360 h 497"/>
                <a:gd name="T32" fmla="*/ 571 w 797"/>
                <a:gd name="T33" fmla="*/ 337 h 497"/>
                <a:gd name="T34" fmla="*/ 565 w 797"/>
                <a:gd name="T35" fmla="*/ 304 h 497"/>
                <a:gd name="T36" fmla="*/ 724 w 797"/>
                <a:gd name="T37" fmla="*/ 119 h 497"/>
                <a:gd name="T38" fmla="*/ 750 w 797"/>
                <a:gd name="T39" fmla="*/ 119 h 497"/>
                <a:gd name="T40" fmla="*/ 771 w 797"/>
                <a:gd name="T41" fmla="*/ 110 h 497"/>
                <a:gd name="T42" fmla="*/ 787 w 797"/>
                <a:gd name="T43" fmla="*/ 94 h 497"/>
                <a:gd name="T44" fmla="*/ 796 w 797"/>
                <a:gd name="T45" fmla="*/ 72 h 497"/>
                <a:gd name="T46" fmla="*/ 796 w 797"/>
                <a:gd name="T47" fmla="*/ 48 h 497"/>
                <a:gd name="T48" fmla="*/ 787 w 797"/>
                <a:gd name="T49" fmla="*/ 27 h 497"/>
                <a:gd name="T50" fmla="*/ 771 w 797"/>
                <a:gd name="T51" fmla="*/ 10 h 497"/>
                <a:gd name="T52" fmla="*/ 750 w 797"/>
                <a:gd name="T53" fmla="*/ 1 h 497"/>
                <a:gd name="T54" fmla="*/ 725 w 797"/>
                <a:gd name="T55" fmla="*/ 1 h 497"/>
                <a:gd name="T56" fmla="*/ 703 w 797"/>
                <a:gd name="T57" fmla="*/ 10 h 497"/>
                <a:gd name="T58" fmla="*/ 687 w 797"/>
                <a:gd name="T59" fmla="*/ 27 h 497"/>
                <a:gd name="T60" fmla="*/ 678 w 797"/>
                <a:gd name="T61" fmla="*/ 48 h 497"/>
                <a:gd name="T62" fmla="*/ 680 w 797"/>
                <a:gd name="T63" fmla="*/ 79 h 497"/>
                <a:gd name="T64" fmla="*/ 531 w 797"/>
                <a:gd name="T65" fmla="*/ 275 h 497"/>
                <a:gd name="T66" fmla="*/ 504 w 797"/>
                <a:gd name="T67" fmla="*/ 272 h 497"/>
                <a:gd name="T68" fmla="*/ 478 w 797"/>
                <a:gd name="T69" fmla="*/ 281 h 497"/>
                <a:gd name="T70" fmla="*/ 345 w 797"/>
                <a:gd name="T71" fmla="*/ 248 h 497"/>
                <a:gd name="T72" fmla="*/ 344 w 797"/>
                <a:gd name="T73" fmla="*/ 229 h 497"/>
                <a:gd name="T74" fmla="*/ 336 w 797"/>
                <a:gd name="T75" fmla="*/ 207 h 497"/>
                <a:gd name="T76" fmla="*/ 319 w 797"/>
                <a:gd name="T77" fmla="*/ 191 h 497"/>
                <a:gd name="T78" fmla="*/ 298 w 797"/>
                <a:gd name="T79" fmla="*/ 181 h 497"/>
                <a:gd name="T80" fmla="*/ 273 w 797"/>
                <a:gd name="T81" fmla="*/ 181 h 497"/>
                <a:gd name="T82" fmla="*/ 252 w 797"/>
                <a:gd name="T83" fmla="*/ 191 h 497"/>
                <a:gd name="T84" fmla="*/ 236 w 797"/>
                <a:gd name="T85" fmla="*/ 207 h 497"/>
                <a:gd name="T86" fmla="*/ 226 w 797"/>
                <a:gd name="T87" fmla="*/ 229 h 497"/>
                <a:gd name="T88" fmla="*/ 227 w 797"/>
                <a:gd name="T89" fmla="*/ 254 h 497"/>
                <a:gd name="T90" fmla="*/ 86 w 797"/>
                <a:gd name="T91" fmla="*/ 382 h 497"/>
                <a:gd name="T92" fmla="*/ 53 w 797"/>
                <a:gd name="T93" fmla="*/ 377 h 497"/>
                <a:gd name="T94" fmla="*/ 31 w 797"/>
                <a:gd name="T95" fmla="*/ 383 h 497"/>
                <a:gd name="T96" fmla="*/ 13 w 797"/>
                <a:gd name="T97" fmla="*/ 398 h 497"/>
                <a:gd name="T98" fmla="*/ 2 w 797"/>
                <a:gd name="T99" fmla="*/ 419 h 497"/>
                <a:gd name="T100" fmla="*/ 0 w 797"/>
                <a:gd name="T101" fmla="*/ 443 h 497"/>
                <a:gd name="T102" fmla="*/ 6 w 797"/>
                <a:gd name="T103" fmla="*/ 466 h 497"/>
                <a:gd name="T104" fmla="*/ 21 w 797"/>
                <a:gd name="T105" fmla="*/ 483 h 497"/>
                <a:gd name="T106" fmla="*/ 42 w 797"/>
                <a:gd name="T107" fmla="*/ 494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97" h="497">
                  <a:moveTo>
                    <a:pt x="60" y="497"/>
                  </a:moveTo>
                  <a:lnTo>
                    <a:pt x="65" y="497"/>
                  </a:lnTo>
                  <a:lnTo>
                    <a:pt x="72" y="496"/>
                  </a:lnTo>
                  <a:lnTo>
                    <a:pt x="77" y="494"/>
                  </a:lnTo>
                  <a:lnTo>
                    <a:pt x="83" y="493"/>
                  </a:lnTo>
                  <a:lnTo>
                    <a:pt x="89" y="489"/>
                  </a:lnTo>
                  <a:lnTo>
                    <a:pt x="93" y="486"/>
                  </a:lnTo>
                  <a:lnTo>
                    <a:pt x="97" y="483"/>
                  </a:lnTo>
                  <a:lnTo>
                    <a:pt x="102" y="480"/>
                  </a:lnTo>
                  <a:lnTo>
                    <a:pt x="106" y="475"/>
                  </a:lnTo>
                  <a:lnTo>
                    <a:pt x="109" y="470"/>
                  </a:lnTo>
                  <a:lnTo>
                    <a:pt x="112" y="466"/>
                  </a:lnTo>
                  <a:lnTo>
                    <a:pt x="115" y="460"/>
                  </a:lnTo>
                  <a:lnTo>
                    <a:pt x="117" y="455"/>
                  </a:lnTo>
                  <a:lnTo>
                    <a:pt x="119" y="449"/>
                  </a:lnTo>
                  <a:lnTo>
                    <a:pt x="120" y="443"/>
                  </a:lnTo>
                  <a:lnTo>
                    <a:pt x="120" y="437"/>
                  </a:lnTo>
                  <a:lnTo>
                    <a:pt x="119" y="429"/>
                  </a:lnTo>
                  <a:lnTo>
                    <a:pt x="118" y="423"/>
                  </a:lnTo>
                  <a:lnTo>
                    <a:pt x="116" y="416"/>
                  </a:lnTo>
                  <a:lnTo>
                    <a:pt x="114" y="410"/>
                  </a:lnTo>
                  <a:lnTo>
                    <a:pt x="251" y="290"/>
                  </a:lnTo>
                  <a:lnTo>
                    <a:pt x="259" y="295"/>
                  </a:lnTo>
                  <a:lnTo>
                    <a:pt x="267" y="298"/>
                  </a:lnTo>
                  <a:lnTo>
                    <a:pt x="277" y="301"/>
                  </a:lnTo>
                  <a:lnTo>
                    <a:pt x="285" y="302"/>
                  </a:lnTo>
                  <a:lnTo>
                    <a:pt x="293" y="301"/>
                  </a:lnTo>
                  <a:lnTo>
                    <a:pt x="300" y="299"/>
                  </a:lnTo>
                  <a:lnTo>
                    <a:pt x="307" y="297"/>
                  </a:lnTo>
                  <a:lnTo>
                    <a:pt x="313" y="294"/>
                  </a:lnTo>
                  <a:lnTo>
                    <a:pt x="318" y="291"/>
                  </a:lnTo>
                  <a:lnTo>
                    <a:pt x="325" y="287"/>
                  </a:lnTo>
                  <a:lnTo>
                    <a:pt x="329" y="282"/>
                  </a:lnTo>
                  <a:lnTo>
                    <a:pt x="333" y="277"/>
                  </a:lnTo>
                  <a:lnTo>
                    <a:pt x="451" y="324"/>
                  </a:lnTo>
                  <a:lnTo>
                    <a:pt x="451" y="327"/>
                  </a:lnTo>
                  <a:lnTo>
                    <a:pt x="451" y="332"/>
                  </a:lnTo>
                  <a:lnTo>
                    <a:pt x="451" y="337"/>
                  </a:lnTo>
                  <a:lnTo>
                    <a:pt x="452" y="343"/>
                  </a:lnTo>
                  <a:lnTo>
                    <a:pt x="454" y="349"/>
                  </a:lnTo>
                  <a:lnTo>
                    <a:pt x="456" y="354"/>
                  </a:lnTo>
                  <a:lnTo>
                    <a:pt x="458" y="360"/>
                  </a:lnTo>
                  <a:lnTo>
                    <a:pt x="461" y="365"/>
                  </a:lnTo>
                  <a:lnTo>
                    <a:pt x="464" y="369"/>
                  </a:lnTo>
                  <a:lnTo>
                    <a:pt x="469" y="374"/>
                  </a:lnTo>
                  <a:lnTo>
                    <a:pt x="473" y="378"/>
                  </a:lnTo>
                  <a:lnTo>
                    <a:pt x="477" y="381"/>
                  </a:lnTo>
                  <a:lnTo>
                    <a:pt x="482" y="384"/>
                  </a:lnTo>
                  <a:lnTo>
                    <a:pt x="488" y="386"/>
                  </a:lnTo>
                  <a:lnTo>
                    <a:pt x="493" y="389"/>
                  </a:lnTo>
                  <a:lnTo>
                    <a:pt x="499" y="391"/>
                  </a:lnTo>
                  <a:lnTo>
                    <a:pt x="505" y="391"/>
                  </a:lnTo>
                  <a:lnTo>
                    <a:pt x="511" y="392"/>
                  </a:lnTo>
                  <a:lnTo>
                    <a:pt x="518" y="391"/>
                  </a:lnTo>
                  <a:lnTo>
                    <a:pt x="523" y="391"/>
                  </a:lnTo>
                  <a:lnTo>
                    <a:pt x="529" y="389"/>
                  </a:lnTo>
                  <a:lnTo>
                    <a:pt x="535" y="386"/>
                  </a:lnTo>
                  <a:lnTo>
                    <a:pt x="540" y="384"/>
                  </a:lnTo>
                  <a:lnTo>
                    <a:pt x="545" y="381"/>
                  </a:lnTo>
                  <a:lnTo>
                    <a:pt x="550" y="378"/>
                  </a:lnTo>
                  <a:lnTo>
                    <a:pt x="553" y="374"/>
                  </a:lnTo>
                  <a:lnTo>
                    <a:pt x="558" y="369"/>
                  </a:lnTo>
                  <a:lnTo>
                    <a:pt x="561" y="365"/>
                  </a:lnTo>
                  <a:lnTo>
                    <a:pt x="564" y="360"/>
                  </a:lnTo>
                  <a:lnTo>
                    <a:pt x="567" y="354"/>
                  </a:lnTo>
                  <a:lnTo>
                    <a:pt x="568" y="349"/>
                  </a:lnTo>
                  <a:lnTo>
                    <a:pt x="570" y="343"/>
                  </a:lnTo>
                  <a:lnTo>
                    <a:pt x="571" y="337"/>
                  </a:lnTo>
                  <a:lnTo>
                    <a:pt x="571" y="332"/>
                  </a:lnTo>
                  <a:lnTo>
                    <a:pt x="570" y="322"/>
                  </a:lnTo>
                  <a:lnTo>
                    <a:pt x="568" y="312"/>
                  </a:lnTo>
                  <a:lnTo>
                    <a:pt x="565" y="304"/>
                  </a:lnTo>
                  <a:lnTo>
                    <a:pt x="560" y="296"/>
                  </a:lnTo>
                  <a:lnTo>
                    <a:pt x="711" y="114"/>
                  </a:lnTo>
                  <a:lnTo>
                    <a:pt x="717" y="117"/>
                  </a:lnTo>
                  <a:lnTo>
                    <a:pt x="724" y="119"/>
                  </a:lnTo>
                  <a:lnTo>
                    <a:pt x="730" y="120"/>
                  </a:lnTo>
                  <a:lnTo>
                    <a:pt x="737" y="120"/>
                  </a:lnTo>
                  <a:lnTo>
                    <a:pt x="743" y="120"/>
                  </a:lnTo>
                  <a:lnTo>
                    <a:pt x="750" y="119"/>
                  </a:lnTo>
                  <a:lnTo>
                    <a:pt x="755" y="118"/>
                  </a:lnTo>
                  <a:lnTo>
                    <a:pt x="760" y="116"/>
                  </a:lnTo>
                  <a:lnTo>
                    <a:pt x="766" y="113"/>
                  </a:lnTo>
                  <a:lnTo>
                    <a:pt x="771" y="110"/>
                  </a:lnTo>
                  <a:lnTo>
                    <a:pt x="775" y="106"/>
                  </a:lnTo>
                  <a:lnTo>
                    <a:pt x="780" y="103"/>
                  </a:lnTo>
                  <a:lnTo>
                    <a:pt x="784" y="99"/>
                  </a:lnTo>
                  <a:lnTo>
                    <a:pt x="787" y="94"/>
                  </a:lnTo>
                  <a:lnTo>
                    <a:pt x="790" y="89"/>
                  </a:lnTo>
                  <a:lnTo>
                    <a:pt x="792" y="84"/>
                  </a:lnTo>
                  <a:lnTo>
                    <a:pt x="795" y="79"/>
                  </a:lnTo>
                  <a:lnTo>
                    <a:pt x="796" y="72"/>
                  </a:lnTo>
                  <a:lnTo>
                    <a:pt x="797" y="67"/>
                  </a:lnTo>
                  <a:lnTo>
                    <a:pt x="797" y="60"/>
                  </a:lnTo>
                  <a:lnTo>
                    <a:pt x="797" y="54"/>
                  </a:lnTo>
                  <a:lnTo>
                    <a:pt x="796" y="48"/>
                  </a:lnTo>
                  <a:lnTo>
                    <a:pt x="795" y="42"/>
                  </a:lnTo>
                  <a:lnTo>
                    <a:pt x="792" y="37"/>
                  </a:lnTo>
                  <a:lnTo>
                    <a:pt x="790" y="31"/>
                  </a:lnTo>
                  <a:lnTo>
                    <a:pt x="787" y="27"/>
                  </a:lnTo>
                  <a:lnTo>
                    <a:pt x="784" y="22"/>
                  </a:lnTo>
                  <a:lnTo>
                    <a:pt x="780" y="17"/>
                  </a:lnTo>
                  <a:lnTo>
                    <a:pt x="775" y="14"/>
                  </a:lnTo>
                  <a:lnTo>
                    <a:pt x="771" y="10"/>
                  </a:lnTo>
                  <a:lnTo>
                    <a:pt x="766" y="8"/>
                  </a:lnTo>
                  <a:lnTo>
                    <a:pt x="760" y="5"/>
                  </a:lnTo>
                  <a:lnTo>
                    <a:pt x="755" y="2"/>
                  </a:lnTo>
                  <a:lnTo>
                    <a:pt x="750" y="1"/>
                  </a:lnTo>
                  <a:lnTo>
                    <a:pt x="743" y="0"/>
                  </a:lnTo>
                  <a:lnTo>
                    <a:pt x="737" y="0"/>
                  </a:lnTo>
                  <a:lnTo>
                    <a:pt x="731" y="0"/>
                  </a:lnTo>
                  <a:lnTo>
                    <a:pt x="725" y="1"/>
                  </a:lnTo>
                  <a:lnTo>
                    <a:pt x="719" y="2"/>
                  </a:lnTo>
                  <a:lnTo>
                    <a:pt x="713" y="5"/>
                  </a:lnTo>
                  <a:lnTo>
                    <a:pt x="709" y="8"/>
                  </a:lnTo>
                  <a:lnTo>
                    <a:pt x="703" y="10"/>
                  </a:lnTo>
                  <a:lnTo>
                    <a:pt x="699" y="14"/>
                  </a:lnTo>
                  <a:lnTo>
                    <a:pt x="695" y="17"/>
                  </a:lnTo>
                  <a:lnTo>
                    <a:pt x="691" y="22"/>
                  </a:lnTo>
                  <a:lnTo>
                    <a:pt x="687" y="27"/>
                  </a:lnTo>
                  <a:lnTo>
                    <a:pt x="684" y="31"/>
                  </a:lnTo>
                  <a:lnTo>
                    <a:pt x="682" y="37"/>
                  </a:lnTo>
                  <a:lnTo>
                    <a:pt x="680" y="42"/>
                  </a:lnTo>
                  <a:lnTo>
                    <a:pt x="678" y="48"/>
                  </a:lnTo>
                  <a:lnTo>
                    <a:pt x="677" y="54"/>
                  </a:lnTo>
                  <a:lnTo>
                    <a:pt x="677" y="60"/>
                  </a:lnTo>
                  <a:lnTo>
                    <a:pt x="678" y="70"/>
                  </a:lnTo>
                  <a:lnTo>
                    <a:pt x="680" y="79"/>
                  </a:lnTo>
                  <a:lnTo>
                    <a:pt x="683" y="87"/>
                  </a:lnTo>
                  <a:lnTo>
                    <a:pt x="688" y="96"/>
                  </a:lnTo>
                  <a:lnTo>
                    <a:pt x="537" y="277"/>
                  </a:lnTo>
                  <a:lnTo>
                    <a:pt x="531" y="275"/>
                  </a:lnTo>
                  <a:lnTo>
                    <a:pt x="524" y="273"/>
                  </a:lnTo>
                  <a:lnTo>
                    <a:pt x="518" y="272"/>
                  </a:lnTo>
                  <a:lnTo>
                    <a:pt x="511" y="271"/>
                  </a:lnTo>
                  <a:lnTo>
                    <a:pt x="504" y="272"/>
                  </a:lnTo>
                  <a:lnTo>
                    <a:pt x="496" y="273"/>
                  </a:lnTo>
                  <a:lnTo>
                    <a:pt x="490" y="275"/>
                  </a:lnTo>
                  <a:lnTo>
                    <a:pt x="484" y="278"/>
                  </a:lnTo>
                  <a:lnTo>
                    <a:pt x="478" y="281"/>
                  </a:lnTo>
                  <a:lnTo>
                    <a:pt x="472" y="286"/>
                  </a:lnTo>
                  <a:lnTo>
                    <a:pt x="467" y="291"/>
                  </a:lnTo>
                  <a:lnTo>
                    <a:pt x="463" y="295"/>
                  </a:lnTo>
                  <a:lnTo>
                    <a:pt x="345" y="248"/>
                  </a:lnTo>
                  <a:lnTo>
                    <a:pt x="345" y="245"/>
                  </a:lnTo>
                  <a:lnTo>
                    <a:pt x="345" y="240"/>
                  </a:lnTo>
                  <a:lnTo>
                    <a:pt x="345" y="235"/>
                  </a:lnTo>
                  <a:lnTo>
                    <a:pt x="344" y="229"/>
                  </a:lnTo>
                  <a:lnTo>
                    <a:pt x="343" y="223"/>
                  </a:lnTo>
                  <a:lnTo>
                    <a:pt x="341" y="218"/>
                  </a:lnTo>
                  <a:lnTo>
                    <a:pt x="339" y="213"/>
                  </a:lnTo>
                  <a:lnTo>
                    <a:pt x="336" y="207"/>
                  </a:lnTo>
                  <a:lnTo>
                    <a:pt x="332" y="203"/>
                  </a:lnTo>
                  <a:lnTo>
                    <a:pt x="328" y="199"/>
                  </a:lnTo>
                  <a:lnTo>
                    <a:pt x="324" y="194"/>
                  </a:lnTo>
                  <a:lnTo>
                    <a:pt x="319" y="191"/>
                  </a:lnTo>
                  <a:lnTo>
                    <a:pt x="314" y="188"/>
                  </a:lnTo>
                  <a:lnTo>
                    <a:pt x="309" y="186"/>
                  </a:lnTo>
                  <a:lnTo>
                    <a:pt x="303" y="184"/>
                  </a:lnTo>
                  <a:lnTo>
                    <a:pt x="298" y="181"/>
                  </a:lnTo>
                  <a:lnTo>
                    <a:pt x="292" y="181"/>
                  </a:lnTo>
                  <a:lnTo>
                    <a:pt x="285" y="180"/>
                  </a:lnTo>
                  <a:lnTo>
                    <a:pt x="280" y="181"/>
                  </a:lnTo>
                  <a:lnTo>
                    <a:pt x="273" y="181"/>
                  </a:lnTo>
                  <a:lnTo>
                    <a:pt x="268" y="184"/>
                  </a:lnTo>
                  <a:lnTo>
                    <a:pt x="262" y="186"/>
                  </a:lnTo>
                  <a:lnTo>
                    <a:pt x="257" y="188"/>
                  </a:lnTo>
                  <a:lnTo>
                    <a:pt x="252" y="191"/>
                  </a:lnTo>
                  <a:lnTo>
                    <a:pt x="248" y="194"/>
                  </a:lnTo>
                  <a:lnTo>
                    <a:pt x="243" y="199"/>
                  </a:lnTo>
                  <a:lnTo>
                    <a:pt x="239" y="203"/>
                  </a:lnTo>
                  <a:lnTo>
                    <a:pt x="236" y="207"/>
                  </a:lnTo>
                  <a:lnTo>
                    <a:pt x="233" y="213"/>
                  </a:lnTo>
                  <a:lnTo>
                    <a:pt x="230" y="218"/>
                  </a:lnTo>
                  <a:lnTo>
                    <a:pt x="228" y="223"/>
                  </a:lnTo>
                  <a:lnTo>
                    <a:pt x="226" y="229"/>
                  </a:lnTo>
                  <a:lnTo>
                    <a:pt x="225" y="235"/>
                  </a:lnTo>
                  <a:lnTo>
                    <a:pt x="225" y="240"/>
                  </a:lnTo>
                  <a:lnTo>
                    <a:pt x="226" y="248"/>
                  </a:lnTo>
                  <a:lnTo>
                    <a:pt x="227" y="254"/>
                  </a:lnTo>
                  <a:lnTo>
                    <a:pt x="229" y="261"/>
                  </a:lnTo>
                  <a:lnTo>
                    <a:pt x="231" y="267"/>
                  </a:lnTo>
                  <a:lnTo>
                    <a:pt x="94" y="387"/>
                  </a:lnTo>
                  <a:lnTo>
                    <a:pt x="86" y="382"/>
                  </a:lnTo>
                  <a:lnTo>
                    <a:pt x="78" y="379"/>
                  </a:lnTo>
                  <a:lnTo>
                    <a:pt x="68" y="377"/>
                  </a:lnTo>
                  <a:lnTo>
                    <a:pt x="60" y="377"/>
                  </a:lnTo>
                  <a:lnTo>
                    <a:pt x="53" y="377"/>
                  </a:lnTo>
                  <a:lnTo>
                    <a:pt x="47" y="378"/>
                  </a:lnTo>
                  <a:lnTo>
                    <a:pt x="42" y="379"/>
                  </a:lnTo>
                  <a:lnTo>
                    <a:pt x="36" y="381"/>
                  </a:lnTo>
                  <a:lnTo>
                    <a:pt x="31" y="383"/>
                  </a:lnTo>
                  <a:lnTo>
                    <a:pt x="26" y="386"/>
                  </a:lnTo>
                  <a:lnTo>
                    <a:pt x="21" y="391"/>
                  </a:lnTo>
                  <a:lnTo>
                    <a:pt x="17" y="394"/>
                  </a:lnTo>
                  <a:lnTo>
                    <a:pt x="13" y="398"/>
                  </a:lnTo>
                  <a:lnTo>
                    <a:pt x="9" y="402"/>
                  </a:lnTo>
                  <a:lnTo>
                    <a:pt x="6" y="408"/>
                  </a:lnTo>
                  <a:lnTo>
                    <a:pt x="4" y="413"/>
                  </a:lnTo>
                  <a:lnTo>
                    <a:pt x="2" y="419"/>
                  </a:lnTo>
                  <a:lnTo>
                    <a:pt x="1" y="425"/>
                  </a:lnTo>
                  <a:lnTo>
                    <a:pt x="0" y="430"/>
                  </a:lnTo>
                  <a:lnTo>
                    <a:pt x="0" y="437"/>
                  </a:lnTo>
                  <a:lnTo>
                    <a:pt x="0" y="443"/>
                  </a:lnTo>
                  <a:lnTo>
                    <a:pt x="1" y="449"/>
                  </a:lnTo>
                  <a:lnTo>
                    <a:pt x="2" y="455"/>
                  </a:lnTo>
                  <a:lnTo>
                    <a:pt x="4" y="460"/>
                  </a:lnTo>
                  <a:lnTo>
                    <a:pt x="6" y="466"/>
                  </a:lnTo>
                  <a:lnTo>
                    <a:pt x="9" y="470"/>
                  </a:lnTo>
                  <a:lnTo>
                    <a:pt x="13" y="475"/>
                  </a:lnTo>
                  <a:lnTo>
                    <a:pt x="17" y="480"/>
                  </a:lnTo>
                  <a:lnTo>
                    <a:pt x="21" y="483"/>
                  </a:lnTo>
                  <a:lnTo>
                    <a:pt x="26" y="486"/>
                  </a:lnTo>
                  <a:lnTo>
                    <a:pt x="31" y="489"/>
                  </a:lnTo>
                  <a:lnTo>
                    <a:pt x="36" y="493"/>
                  </a:lnTo>
                  <a:lnTo>
                    <a:pt x="42" y="494"/>
                  </a:lnTo>
                  <a:lnTo>
                    <a:pt x="47" y="496"/>
                  </a:lnTo>
                  <a:lnTo>
                    <a:pt x="53" y="497"/>
                  </a:lnTo>
                  <a:lnTo>
                    <a:pt x="60" y="4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</p:grpSp>
      <p:sp>
        <p:nvSpPr>
          <p:cNvPr id="128" name="Title 127">
            <a:extLst>
              <a:ext uri="{FF2B5EF4-FFF2-40B4-BE49-F238E27FC236}">
                <a16:creationId xmlns:a16="http://schemas.microsoft.com/office/drawing/2014/main" id="{212B4947-E6CD-467B-AF72-9BC942B53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7757"/>
            <a:ext cx="7886700" cy="373949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570251-A6C8-468D-BB66-BA2F7DC290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015160"/>
              </p:ext>
            </p:extLst>
          </p:nvPr>
        </p:nvGraphicFramePr>
        <p:xfrm>
          <a:off x="4343399" y="1971479"/>
          <a:ext cx="4572000" cy="2539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036">
                  <a:extLst>
                    <a:ext uri="{9D8B030D-6E8A-4147-A177-3AD203B41FA5}">
                      <a16:colId xmlns:a16="http://schemas.microsoft.com/office/drawing/2014/main" val="4060670314"/>
                    </a:ext>
                  </a:extLst>
                </a:gridCol>
                <a:gridCol w="1151964">
                  <a:extLst>
                    <a:ext uri="{9D8B030D-6E8A-4147-A177-3AD203B41FA5}">
                      <a16:colId xmlns:a16="http://schemas.microsoft.com/office/drawing/2014/main" val="14112741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794379968"/>
                    </a:ext>
                  </a:extLst>
                </a:gridCol>
              </a:tblGrid>
              <a:tr h="45607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Total Sold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Total Unsold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1211888"/>
                  </a:ext>
                </a:extLst>
              </a:tr>
              <a:tr h="45607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Personal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40%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5621996"/>
                  </a:ext>
                </a:extLst>
              </a:tr>
              <a:tr h="475807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Electronics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0468884"/>
                  </a:ext>
                </a:extLst>
              </a:tr>
              <a:tr h="45607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Accessories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70%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6797419"/>
                  </a:ext>
                </a:extLst>
              </a:tr>
              <a:tr h="695786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Home Applications 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/>
                        <a:t>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85641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AACE0E-2C28-3378-3673-BA50C85B8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2790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18710"/>
            <a:ext cx="8520600" cy="572700"/>
          </a:xfrm>
        </p:spPr>
        <p:txBody>
          <a:bodyPr>
            <a:normAutofit/>
          </a:bodyPr>
          <a:lstStyle/>
          <a:p>
            <a:r>
              <a:rPr dirty="0"/>
              <a:t>Analysis of SR Company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FF082CC-42C9-482A-B7D3-C03A07F956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sp>
        <p:nvSpPr>
          <p:cNvPr id="6" name="Rectangle 5"/>
          <p:cNvSpPr/>
          <p:nvPr/>
        </p:nvSpPr>
        <p:spPr>
          <a:xfrm>
            <a:off x="228600" y="1508670"/>
            <a:ext cx="4190999" cy="2586037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-76201" y="1079828"/>
            <a:ext cx="4190999" cy="1900520"/>
          </a:xfrm>
          <a:prstGeom prst="rect">
            <a:avLst/>
          </a:prstGeom>
          <a:noFill/>
          <a:ln>
            <a:noFill/>
          </a:ln>
        </p:spPr>
        <p:txBody>
          <a:bodyPr wrap="square" lIns="190500" tIns="0" rIns="0" bIns="190500" anchor="t">
            <a:spAutoFit/>
          </a:bodyPr>
          <a:lstStyle/>
          <a:p>
            <a:pPr marL="228600" lvl="1" indent="-91440" algn="just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616161"/>
                </a:solidFill>
                <a:latin typeface="Proxima Nova"/>
              </a:rPr>
              <a:t>Annual Sales Growth:</a:t>
            </a:r>
            <a:r>
              <a:rPr sz="1300" b="0" i="0" dirty="0">
                <a:solidFill>
                  <a:srgbClr val="616161"/>
                </a:solidFill>
                <a:latin typeface="Proxima Nova"/>
              </a:rPr>
              <a:t> Significant increase in sales revenue over the past fiscal year</a:t>
            </a:r>
          </a:p>
          <a:p>
            <a:pPr marL="228600" lvl="1" indent="-91440" algn="just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616161"/>
                </a:solidFill>
                <a:latin typeface="Proxima Nova"/>
              </a:rPr>
              <a:t>Cost Management:</a:t>
            </a:r>
            <a:r>
              <a:rPr sz="1300" b="0" i="0" dirty="0">
                <a:solidFill>
                  <a:srgbClr val="616161"/>
                </a:solidFill>
                <a:latin typeface="Proxima Nova"/>
              </a:rPr>
              <a:t> Effective cost management through optimized cost structure and high standards of quality</a:t>
            </a:r>
          </a:p>
          <a:p>
            <a:pPr marL="228600" lvl="1" indent="-91440" algn="just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616161"/>
                </a:solidFill>
                <a:latin typeface="Proxima Nova"/>
              </a:rPr>
              <a:t>Financial Highlights:</a:t>
            </a:r>
            <a:r>
              <a:rPr sz="1300" b="0" i="0" dirty="0">
                <a:solidFill>
                  <a:srgbClr val="616161"/>
                </a:solidFill>
                <a:latin typeface="Proxima Nova"/>
              </a:rPr>
              <a:t> Total revenue, gross profit margin, and net profit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400" y="3942308"/>
            <a:ext cx="4190999" cy="152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D7E46D27-6701-4E94-8F7C-8275CD0268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4686704"/>
              </p:ext>
            </p:extLst>
          </p:nvPr>
        </p:nvGraphicFramePr>
        <p:xfrm>
          <a:off x="4292301" y="968188"/>
          <a:ext cx="4027756" cy="2974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7837D-A72E-44E0-A1DD-038EE236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of SR Company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A3155-8A4E-49B6-8B60-1F50F8E3723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0071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2" y="896242"/>
            <a:ext cx="4190999" cy="992579"/>
          </a:xfrm>
          <a:prstGeom prst="rect">
            <a:avLst/>
          </a:prstGeom>
          <a:noFill/>
          <a:ln>
            <a:noFill/>
          </a:ln>
        </p:spPr>
        <p:txBody>
          <a:bodyPr wrap="square" lIns="190500" tIns="0" rIns="0" bIns="190500" anchor="t">
            <a:spAutoFit/>
          </a:bodyPr>
          <a:lstStyle/>
          <a:p>
            <a:pPr marL="228600" indent="-91440" algn="just">
              <a:spcBef>
                <a:spcPts val="0"/>
              </a:spcBef>
              <a:spcAft>
                <a:spcPts val="800"/>
              </a:spcAft>
              <a:buSzPct val="100000"/>
              <a:buFont typeface="Arial"/>
              <a:buChar char="•"/>
            </a:pPr>
            <a:r>
              <a:rPr sz="1300" b="1" i="0" dirty="0">
                <a:solidFill>
                  <a:srgbClr val="616161"/>
                </a:solidFill>
                <a:latin typeface="Proxima Nova"/>
              </a:rPr>
              <a:t>Final Thoughts:</a:t>
            </a:r>
            <a:r>
              <a:rPr sz="1300" b="0" i="0" dirty="0">
                <a:solidFill>
                  <a:srgbClr val="616161"/>
                </a:solidFill>
                <a:latin typeface="Proxima Nova"/>
              </a:rPr>
              <a:t> SR Company remains committed to innovation, quality, and customer satisfaction. Our focus on sustainable practices ensures long-term success and corporate responsibility.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1C430A5B-BB61-4E85-B393-607B3EEEA19C}"/>
              </a:ext>
            </a:extLst>
          </p:cNvPr>
          <p:cNvSpPr/>
          <p:nvPr/>
        </p:nvSpPr>
        <p:spPr>
          <a:xfrm>
            <a:off x="4137808" y="0"/>
            <a:ext cx="4419119" cy="2857500"/>
          </a:xfrm>
          <a:custGeom>
            <a:avLst/>
            <a:gdLst>
              <a:gd name="connsiteX0" fmla="*/ 36987 w 5892158"/>
              <a:gd name="connsiteY0" fmla="*/ 0 h 3810000"/>
              <a:gd name="connsiteX1" fmla="*/ 5867400 w 5892158"/>
              <a:gd name="connsiteY1" fmla="*/ 0 h 3810000"/>
              <a:gd name="connsiteX2" fmla="*/ 5867400 w 5892158"/>
              <a:gd name="connsiteY2" fmla="*/ 2554946 h 3810000"/>
              <a:gd name="connsiteX3" fmla="*/ 5892158 w 5892158"/>
              <a:gd name="connsiteY3" fmla="*/ 2577448 h 3810000"/>
              <a:gd name="connsiteX4" fmla="*/ 5872484 w 5892158"/>
              <a:gd name="connsiteY4" fmla="*/ 2603757 h 3810000"/>
              <a:gd name="connsiteX5" fmla="*/ 3314700 w 5892158"/>
              <a:gd name="connsiteY5" fmla="*/ 3810000 h 3810000"/>
              <a:gd name="connsiteX6" fmla="*/ 0 w 5892158"/>
              <a:gd name="connsiteY6" fmla="*/ 495300 h 3810000"/>
              <a:gd name="connsiteX7" fmla="*/ 17113 w 5892158"/>
              <a:gd name="connsiteY7" fmla="*/ 156391 h 3810000"/>
              <a:gd name="connsiteX8" fmla="*/ 36987 w 5892158"/>
              <a:gd name="connsiteY8" fmla="*/ 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92158" h="3810000">
                <a:moveTo>
                  <a:pt x="36987" y="0"/>
                </a:moveTo>
                <a:lnTo>
                  <a:pt x="5867400" y="0"/>
                </a:lnTo>
                <a:lnTo>
                  <a:pt x="5867400" y="2554946"/>
                </a:lnTo>
                <a:lnTo>
                  <a:pt x="5892158" y="2577448"/>
                </a:lnTo>
                <a:lnTo>
                  <a:pt x="5872484" y="2603757"/>
                </a:lnTo>
                <a:cubicBezTo>
                  <a:pt x="5264519" y="3340440"/>
                  <a:pt x="4344445" y="3810000"/>
                  <a:pt x="3314700" y="3810000"/>
                </a:cubicBezTo>
                <a:cubicBezTo>
                  <a:pt x="1484042" y="3810000"/>
                  <a:pt x="0" y="2325958"/>
                  <a:pt x="0" y="495300"/>
                </a:cubicBezTo>
                <a:cubicBezTo>
                  <a:pt x="0" y="380884"/>
                  <a:pt x="5797" y="267822"/>
                  <a:pt x="17113" y="156391"/>
                </a:cubicBezTo>
                <a:lnTo>
                  <a:pt x="3698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en-IN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6DB116F-B4DD-49B0-B75A-BAF52F8283D9}"/>
              </a:ext>
            </a:extLst>
          </p:cNvPr>
          <p:cNvSpPr/>
          <p:nvPr/>
        </p:nvSpPr>
        <p:spPr>
          <a:xfrm>
            <a:off x="4742694" y="0"/>
            <a:ext cx="4419119" cy="5143500"/>
          </a:xfrm>
          <a:custGeom>
            <a:avLst/>
            <a:gdLst>
              <a:gd name="connsiteX0" fmla="*/ 1348858 w 5892158"/>
              <a:gd name="connsiteY0" fmla="*/ 0 h 6845526"/>
              <a:gd name="connsiteX1" fmla="*/ 5872947 w 5892158"/>
              <a:gd name="connsiteY1" fmla="*/ 0 h 6845526"/>
              <a:gd name="connsiteX2" fmla="*/ 5872947 w 5892158"/>
              <a:gd name="connsiteY2" fmla="*/ 3111857 h 6845526"/>
              <a:gd name="connsiteX3" fmla="*/ 5892158 w 5892158"/>
              <a:gd name="connsiteY3" fmla="*/ 3139264 h 6845526"/>
              <a:gd name="connsiteX4" fmla="*/ 5876892 w 5892158"/>
              <a:gd name="connsiteY4" fmla="*/ 3171308 h 6845526"/>
              <a:gd name="connsiteX5" fmla="*/ 5863021 w 5892158"/>
              <a:gd name="connsiteY5" fmla="*/ 3194979 h 6845526"/>
              <a:gd name="connsiteX6" fmla="*/ 5892158 w 5892158"/>
              <a:gd name="connsiteY6" fmla="*/ 3220082 h 6845526"/>
              <a:gd name="connsiteX7" fmla="*/ 5892158 w 5892158"/>
              <a:gd name="connsiteY7" fmla="*/ 6845526 h 6845526"/>
              <a:gd name="connsiteX8" fmla="*/ 227568 w 5892158"/>
              <a:gd name="connsiteY8" fmla="*/ 6845526 h 6845526"/>
              <a:gd name="connsiteX9" fmla="*/ 213185 w 5892158"/>
              <a:gd name="connsiteY9" fmla="*/ 6810946 h 6845526"/>
              <a:gd name="connsiteX10" fmla="*/ 0 w 5892158"/>
              <a:gd name="connsiteY10" fmla="*/ 5665839 h 6845526"/>
              <a:gd name="connsiteX11" fmla="*/ 1548974 w 5892158"/>
              <a:gd name="connsiteY11" fmla="*/ 2904211 h 6845526"/>
              <a:gd name="connsiteX12" fmla="*/ 1734895 w 5892158"/>
              <a:gd name="connsiteY12" fmla="*/ 2797140 h 6845526"/>
              <a:gd name="connsiteX13" fmla="*/ 1630589 w 5892158"/>
              <a:gd name="connsiteY13" fmla="*/ 2527640 h 6845526"/>
              <a:gd name="connsiteX14" fmla="*/ 1320158 w 5892158"/>
              <a:gd name="connsiteY14" fmla="*/ 603262 h 6845526"/>
              <a:gd name="connsiteX15" fmla="*/ 1333437 w 5892158"/>
              <a:gd name="connsiteY15" fmla="*/ 190480 h 6845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892158" h="6845526">
                <a:moveTo>
                  <a:pt x="1348858" y="0"/>
                </a:moveTo>
                <a:lnTo>
                  <a:pt x="5872947" y="0"/>
                </a:lnTo>
                <a:lnTo>
                  <a:pt x="5872947" y="3111857"/>
                </a:lnTo>
                <a:lnTo>
                  <a:pt x="5892158" y="3139264"/>
                </a:lnTo>
                <a:lnTo>
                  <a:pt x="5876892" y="3171308"/>
                </a:lnTo>
                <a:lnTo>
                  <a:pt x="5863021" y="3194979"/>
                </a:lnTo>
                <a:lnTo>
                  <a:pt x="5892158" y="3220082"/>
                </a:lnTo>
                <a:lnTo>
                  <a:pt x="5892158" y="6845526"/>
                </a:lnTo>
                <a:lnTo>
                  <a:pt x="227568" y="6845526"/>
                </a:lnTo>
                <a:lnTo>
                  <a:pt x="213185" y="6810946"/>
                </a:lnTo>
                <a:cubicBezTo>
                  <a:pt x="75268" y="6453883"/>
                  <a:pt x="0" y="6068193"/>
                  <a:pt x="0" y="5665839"/>
                </a:cubicBezTo>
                <a:cubicBezTo>
                  <a:pt x="0" y="4516255"/>
                  <a:pt x="614434" y="3502710"/>
                  <a:pt x="1548974" y="2904211"/>
                </a:cubicBezTo>
                <a:lnTo>
                  <a:pt x="1734895" y="2797140"/>
                </a:lnTo>
                <a:lnTo>
                  <a:pt x="1630589" y="2527640"/>
                </a:lnTo>
                <a:cubicBezTo>
                  <a:pt x="1432613" y="1955593"/>
                  <a:pt x="1320158" y="1300042"/>
                  <a:pt x="1320158" y="603262"/>
                </a:cubicBezTo>
                <a:cubicBezTo>
                  <a:pt x="1320158" y="463907"/>
                  <a:pt x="1324656" y="326200"/>
                  <a:pt x="1333437" y="19048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685800"/>
            <a:endParaRPr lang="en-IN" sz="1350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23D0D7B-3521-4A41-BCD7-73F0B6AE5D6A}"/>
              </a:ext>
            </a:extLst>
          </p:cNvPr>
          <p:cNvGrpSpPr/>
          <p:nvPr/>
        </p:nvGrpSpPr>
        <p:grpSpPr>
          <a:xfrm>
            <a:off x="311728" y="1180127"/>
            <a:ext cx="3754823" cy="2783247"/>
            <a:chOff x="522515" y="2101932"/>
            <a:chExt cx="5006431" cy="3710996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2EE40C3-404B-4B62-AF8E-B9C9FBB0C163}"/>
                </a:ext>
              </a:extLst>
            </p:cNvPr>
            <p:cNvSpPr txBox="1"/>
            <p:nvPr/>
          </p:nvSpPr>
          <p:spPr>
            <a:xfrm>
              <a:off x="522515" y="2101932"/>
              <a:ext cx="401386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/>
              <a:r>
                <a:rPr lang="en-IN" sz="2700" b="1" dirty="0">
                  <a:solidFill>
                    <a:srgbClr val="D71920"/>
                  </a:solidFill>
                  <a:latin typeface="Georgia" panose="02040502050405020303" pitchFamily="18" charset="0"/>
                </a:rPr>
                <a:t>Contact Us </a:t>
              </a: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BBAD19DC-5F0C-454C-9465-7DADDA46AACD}"/>
                </a:ext>
              </a:extLst>
            </p:cNvPr>
            <p:cNvGrpSpPr/>
            <p:nvPr/>
          </p:nvGrpSpPr>
          <p:grpSpPr>
            <a:xfrm>
              <a:off x="620141" y="2871586"/>
              <a:ext cx="3131492" cy="50800"/>
              <a:chOff x="3238695" y="2102217"/>
              <a:chExt cx="5043300" cy="50800"/>
            </a:xfrm>
          </p:grpSpPr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5180D13-F5B9-46D1-ADD5-51EA3723B3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8695" y="2102217"/>
                <a:ext cx="5043300" cy="8805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9E9C4CB2-B8EF-493B-B174-EA34B64994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8695" y="2153017"/>
                <a:ext cx="4165084" cy="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45" name="Graphic 44" descr="Receiver with solid fill">
              <a:extLst>
                <a:ext uri="{FF2B5EF4-FFF2-40B4-BE49-F238E27FC236}">
                  <a16:creationId xmlns:a16="http://schemas.microsoft.com/office/drawing/2014/main" id="{D85D2762-E16D-48F9-B672-8D787286C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74577" y="3236820"/>
              <a:ext cx="513071" cy="513071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08CE5F7-F153-485D-8E68-EAB724AD2427}"/>
                </a:ext>
              </a:extLst>
            </p:cNvPr>
            <p:cNvSpPr txBox="1"/>
            <p:nvPr/>
          </p:nvSpPr>
          <p:spPr>
            <a:xfrm>
              <a:off x="1361300" y="3274984"/>
              <a:ext cx="2327839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IN" sz="1350" dirty="0">
                  <a:solidFill>
                    <a:prstClr val="black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+8801234567890</a:t>
              </a:r>
            </a:p>
          </p:txBody>
        </p:sp>
        <p:pic>
          <p:nvPicPr>
            <p:cNvPr id="44" name="Graphic 43" descr="Envelope with solid fill">
              <a:extLst>
                <a:ext uri="{FF2B5EF4-FFF2-40B4-BE49-F238E27FC236}">
                  <a16:creationId xmlns:a16="http://schemas.microsoft.com/office/drawing/2014/main" id="{BF4A0B94-30C5-4BB2-9D3E-282FC6EB5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4577" y="4178340"/>
              <a:ext cx="513071" cy="51307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125EED8-F85B-4058-914D-A11E53BFDDAA}"/>
                </a:ext>
              </a:extLst>
            </p:cNvPr>
            <p:cNvSpPr txBox="1"/>
            <p:nvPr/>
          </p:nvSpPr>
          <p:spPr>
            <a:xfrm>
              <a:off x="1361300" y="4220791"/>
              <a:ext cx="2552858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GB" sz="1350" dirty="0">
                  <a:solidFill>
                    <a:prstClr val="black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admin@SR.com</a:t>
              </a:r>
              <a:endParaRPr lang="en-IN" sz="1350" dirty="0">
                <a:solidFill>
                  <a:prstClr val="black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05CA6FF-DACD-4B6A-AAE9-0D886896B16E}"/>
                </a:ext>
              </a:extLst>
            </p:cNvPr>
            <p:cNvSpPr txBox="1"/>
            <p:nvPr/>
          </p:nvSpPr>
          <p:spPr>
            <a:xfrm>
              <a:off x="1361300" y="5166597"/>
              <a:ext cx="4167646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685800">
                <a:defRPr/>
              </a:pPr>
              <a:r>
                <a:rPr lang="en-IN" sz="1350" dirty="0">
                  <a:solidFill>
                    <a:prstClr val="black"/>
                  </a:solidFill>
                  <a:latin typeface="Raleway" panose="020B0003030101060003" pitchFamily="34" charset="0"/>
                </a:rPr>
                <a:t>www.srcompany.com</a:t>
              </a:r>
            </a:p>
          </p:txBody>
        </p:sp>
        <p:sp>
          <p:nvSpPr>
            <p:cNvPr id="52" name="Google Shape;12426;p89">
              <a:extLst>
                <a:ext uri="{FF2B5EF4-FFF2-40B4-BE49-F238E27FC236}">
                  <a16:creationId xmlns:a16="http://schemas.microsoft.com/office/drawing/2014/main" id="{1FE3E147-4FAE-45A0-818A-AB1FEF9965CA}"/>
                </a:ext>
              </a:extLst>
            </p:cNvPr>
            <p:cNvSpPr/>
            <p:nvPr/>
          </p:nvSpPr>
          <p:spPr>
            <a:xfrm>
              <a:off x="646780" y="5250376"/>
              <a:ext cx="568665" cy="562552"/>
            </a:xfrm>
            <a:custGeom>
              <a:avLst/>
              <a:gdLst/>
              <a:ahLst/>
              <a:cxnLst/>
              <a:rect l="l" t="t" r="r" b="b"/>
              <a:pathLst>
                <a:path w="11816" h="11689" extrusionOk="0">
                  <a:moveTo>
                    <a:pt x="7026" y="757"/>
                  </a:moveTo>
                  <a:lnTo>
                    <a:pt x="7026" y="2710"/>
                  </a:lnTo>
                  <a:lnTo>
                    <a:pt x="5829" y="2710"/>
                  </a:lnTo>
                  <a:cubicBezTo>
                    <a:pt x="5924" y="2332"/>
                    <a:pt x="6081" y="1954"/>
                    <a:pt x="6176" y="1702"/>
                  </a:cubicBezTo>
                  <a:cubicBezTo>
                    <a:pt x="6428" y="1229"/>
                    <a:pt x="6711" y="914"/>
                    <a:pt x="7026" y="757"/>
                  </a:cubicBezTo>
                  <a:close/>
                  <a:moveTo>
                    <a:pt x="7688" y="757"/>
                  </a:moveTo>
                  <a:cubicBezTo>
                    <a:pt x="8003" y="914"/>
                    <a:pt x="8287" y="1229"/>
                    <a:pt x="8507" y="1702"/>
                  </a:cubicBezTo>
                  <a:cubicBezTo>
                    <a:pt x="8665" y="2017"/>
                    <a:pt x="8791" y="2364"/>
                    <a:pt x="8854" y="2710"/>
                  </a:cubicBezTo>
                  <a:lnTo>
                    <a:pt x="7688" y="2710"/>
                  </a:lnTo>
                  <a:lnTo>
                    <a:pt x="7688" y="757"/>
                  </a:lnTo>
                  <a:close/>
                  <a:moveTo>
                    <a:pt x="8917" y="977"/>
                  </a:moveTo>
                  <a:cubicBezTo>
                    <a:pt x="9704" y="1387"/>
                    <a:pt x="10334" y="1954"/>
                    <a:pt x="10712" y="2710"/>
                  </a:cubicBezTo>
                  <a:lnTo>
                    <a:pt x="9578" y="2710"/>
                  </a:lnTo>
                  <a:cubicBezTo>
                    <a:pt x="9452" y="2206"/>
                    <a:pt x="9295" y="1765"/>
                    <a:pt x="9106" y="1387"/>
                  </a:cubicBezTo>
                  <a:cubicBezTo>
                    <a:pt x="9011" y="1261"/>
                    <a:pt x="8948" y="1103"/>
                    <a:pt x="8917" y="977"/>
                  </a:cubicBezTo>
                  <a:close/>
                  <a:moveTo>
                    <a:pt x="5798" y="1009"/>
                  </a:moveTo>
                  <a:lnTo>
                    <a:pt x="5798" y="1009"/>
                  </a:lnTo>
                  <a:cubicBezTo>
                    <a:pt x="5703" y="1135"/>
                    <a:pt x="5640" y="1261"/>
                    <a:pt x="5609" y="1418"/>
                  </a:cubicBezTo>
                  <a:cubicBezTo>
                    <a:pt x="5388" y="1796"/>
                    <a:pt x="5231" y="2269"/>
                    <a:pt x="5136" y="2742"/>
                  </a:cubicBezTo>
                  <a:lnTo>
                    <a:pt x="3970" y="2742"/>
                  </a:lnTo>
                  <a:cubicBezTo>
                    <a:pt x="4380" y="1954"/>
                    <a:pt x="5042" y="1387"/>
                    <a:pt x="5798" y="1009"/>
                  </a:cubicBezTo>
                  <a:close/>
                  <a:moveTo>
                    <a:pt x="5010" y="3435"/>
                  </a:moveTo>
                  <a:cubicBezTo>
                    <a:pt x="4978" y="3750"/>
                    <a:pt x="4915" y="4096"/>
                    <a:pt x="4915" y="4443"/>
                  </a:cubicBezTo>
                  <a:cubicBezTo>
                    <a:pt x="4978" y="4789"/>
                    <a:pt x="4978" y="5167"/>
                    <a:pt x="5010" y="5482"/>
                  </a:cubicBezTo>
                  <a:lnTo>
                    <a:pt x="3718" y="5482"/>
                  </a:lnTo>
                  <a:cubicBezTo>
                    <a:pt x="3624" y="5167"/>
                    <a:pt x="3561" y="4789"/>
                    <a:pt x="3561" y="4443"/>
                  </a:cubicBezTo>
                  <a:cubicBezTo>
                    <a:pt x="3561" y="4096"/>
                    <a:pt x="3592" y="3750"/>
                    <a:pt x="3718" y="3435"/>
                  </a:cubicBezTo>
                  <a:close/>
                  <a:moveTo>
                    <a:pt x="7026" y="3435"/>
                  </a:moveTo>
                  <a:lnTo>
                    <a:pt x="7026" y="5482"/>
                  </a:lnTo>
                  <a:lnTo>
                    <a:pt x="5703" y="5482"/>
                  </a:lnTo>
                  <a:cubicBezTo>
                    <a:pt x="5672" y="5136"/>
                    <a:pt x="5640" y="4789"/>
                    <a:pt x="5640" y="4443"/>
                  </a:cubicBezTo>
                  <a:cubicBezTo>
                    <a:pt x="5640" y="4096"/>
                    <a:pt x="5672" y="3718"/>
                    <a:pt x="5703" y="3435"/>
                  </a:cubicBezTo>
                  <a:close/>
                  <a:moveTo>
                    <a:pt x="8980" y="3435"/>
                  </a:moveTo>
                  <a:cubicBezTo>
                    <a:pt x="9011" y="3750"/>
                    <a:pt x="9074" y="4096"/>
                    <a:pt x="9074" y="4443"/>
                  </a:cubicBezTo>
                  <a:cubicBezTo>
                    <a:pt x="9074" y="4789"/>
                    <a:pt x="9011" y="5167"/>
                    <a:pt x="8980" y="5482"/>
                  </a:cubicBezTo>
                  <a:lnTo>
                    <a:pt x="7688" y="5482"/>
                  </a:lnTo>
                  <a:lnTo>
                    <a:pt x="7688" y="3435"/>
                  </a:lnTo>
                  <a:close/>
                  <a:moveTo>
                    <a:pt x="10996" y="3435"/>
                  </a:moveTo>
                  <a:cubicBezTo>
                    <a:pt x="11059" y="3750"/>
                    <a:pt x="11153" y="4096"/>
                    <a:pt x="11153" y="4443"/>
                  </a:cubicBezTo>
                  <a:cubicBezTo>
                    <a:pt x="11153" y="4789"/>
                    <a:pt x="11122" y="5167"/>
                    <a:pt x="10996" y="5482"/>
                  </a:cubicBezTo>
                  <a:lnTo>
                    <a:pt x="9704" y="5482"/>
                  </a:lnTo>
                  <a:cubicBezTo>
                    <a:pt x="9736" y="5136"/>
                    <a:pt x="9767" y="4789"/>
                    <a:pt x="9767" y="4443"/>
                  </a:cubicBezTo>
                  <a:cubicBezTo>
                    <a:pt x="9736" y="4096"/>
                    <a:pt x="9736" y="3750"/>
                    <a:pt x="9704" y="3435"/>
                  </a:cubicBezTo>
                  <a:close/>
                  <a:moveTo>
                    <a:pt x="5136" y="6144"/>
                  </a:moveTo>
                  <a:cubicBezTo>
                    <a:pt x="5231" y="6648"/>
                    <a:pt x="5388" y="7089"/>
                    <a:pt x="5609" y="7467"/>
                  </a:cubicBezTo>
                  <a:cubicBezTo>
                    <a:pt x="5672" y="7593"/>
                    <a:pt x="5766" y="7751"/>
                    <a:pt x="5798" y="7877"/>
                  </a:cubicBezTo>
                  <a:cubicBezTo>
                    <a:pt x="5042" y="7530"/>
                    <a:pt x="4380" y="6932"/>
                    <a:pt x="3970" y="6144"/>
                  </a:cubicBezTo>
                  <a:close/>
                  <a:moveTo>
                    <a:pt x="10712" y="6144"/>
                  </a:moveTo>
                  <a:cubicBezTo>
                    <a:pt x="10334" y="6932"/>
                    <a:pt x="9704" y="7530"/>
                    <a:pt x="8917" y="7877"/>
                  </a:cubicBezTo>
                  <a:cubicBezTo>
                    <a:pt x="8980" y="7751"/>
                    <a:pt x="9074" y="7625"/>
                    <a:pt x="9106" y="7467"/>
                  </a:cubicBezTo>
                  <a:cubicBezTo>
                    <a:pt x="9295" y="7089"/>
                    <a:pt x="9452" y="6617"/>
                    <a:pt x="9578" y="6144"/>
                  </a:cubicBezTo>
                  <a:close/>
                  <a:moveTo>
                    <a:pt x="7026" y="6144"/>
                  </a:moveTo>
                  <a:lnTo>
                    <a:pt x="7026" y="8097"/>
                  </a:lnTo>
                  <a:cubicBezTo>
                    <a:pt x="6743" y="7940"/>
                    <a:pt x="6428" y="7625"/>
                    <a:pt x="6239" y="7152"/>
                  </a:cubicBezTo>
                  <a:cubicBezTo>
                    <a:pt x="6081" y="6837"/>
                    <a:pt x="5955" y="6491"/>
                    <a:pt x="5861" y="6144"/>
                  </a:cubicBezTo>
                  <a:close/>
                  <a:moveTo>
                    <a:pt x="8854" y="6144"/>
                  </a:moveTo>
                  <a:cubicBezTo>
                    <a:pt x="8791" y="6522"/>
                    <a:pt x="8633" y="6900"/>
                    <a:pt x="8507" y="7152"/>
                  </a:cubicBezTo>
                  <a:cubicBezTo>
                    <a:pt x="8287" y="7688"/>
                    <a:pt x="8003" y="8003"/>
                    <a:pt x="7688" y="8097"/>
                  </a:cubicBezTo>
                  <a:lnTo>
                    <a:pt x="7688" y="6144"/>
                  </a:lnTo>
                  <a:close/>
                  <a:moveTo>
                    <a:pt x="2726" y="8759"/>
                  </a:moveTo>
                  <a:cubicBezTo>
                    <a:pt x="2813" y="8759"/>
                    <a:pt x="2899" y="8790"/>
                    <a:pt x="2962" y="8853"/>
                  </a:cubicBezTo>
                  <a:cubicBezTo>
                    <a:pt x="3088" y="8980"/>
                    <a:pt x="3088" y="9169"/>
                    <a:pt x="2962" y="9326"/>
                  </a:cubicBezTo>
                  <a:lnTo>
                    <a:pt x="1387" y="10901"/>
                  </a:lnTo>
                  <a:cubicBezTo>
                    <a:pt x="1324" y="10964"/>
                    <a:pt x="1237" y="10996"/>
                    <a:pt x="1151" y="10996"/>
                  </a:cubicBezTo>
                  <a:cubicBezTo>
                    <a:pt x="1064" y="10996"/>
                    <a:pt x="977" y="10964"/>
                    <a:pt x="914" y="10901"/>
                  </a:cubicBezTo>
                  <a:cubicBezTo>
                    <a:pt x="788" y="10775"/>
                    <a:pt x="788" y="10555"/>
                    <a:pt x="914" y="10429"/>
                  </a:cubicBezTo>
                  <a:lnTo>
                    <a:pt x="2490" y="8853"/>
                  </a:lnTo>
                  <a:cubicBezTo>
                    <a:pt x="2553" y="8790"/>
                    <a:pt x="2639" y="8759"/>
                    <a:pt x="2726" y="8759"/>
                  </a:cubicBezTo>
                  <a:close/>
                  <a:moveTo>
                    <a:pt x="7373" y="1"/>
                  </a:moveTo>
                  <a:cubicBezTo>
                    <a:pt x="4915" y="1"/>
                    <a:pt x="2931" y="1985"/>
                    <a:pt x="2931" y="4443"/>
                  </a:cubicBezTo>
                  <a:cubicBezTo>
                    <a:pt x="2931" y="5514"/>
                    <a:pt x="3309" y="6522"/>
                    <a:pt x="4002" y="7310"/>
                  </a:cubicBezTo>
                  <a:lnTo>
                    <a:pt x="3151" y="8160"/>
                  </a:lnTo>
                  <a:cubicBezTo>
                    <a:pt x="3011" y="8079"/>
                    <a:pt x="2858" y="8040"/>
                    <a:pt x="2705" y="8040"/>
                  </a:cubicBezTo>
                  <a:cubicBezTo>
                    <a:pt x="2445" y="8040"/>
                    <a:pt x="2184" y="8151"/>
                    <a:pt x="1986" y="8349"/>
                  </a:cubicBezTo>
                  <a:lnTo>
                    <a:pt x="410" y="9925"/>
                  </a:lnTo>
                  <a:cubicBezTo>
                    <a:pt x="1" y="10303"/>
                    <a:pt x="1" y="10996"/>
                    <a:pt x="410" y="11374"/>
                  </a:cubicBezTo>
                  <a:cubicBezTo>
                    <a:pt x="599" y="11563"/>
                    <a:pt x="883" y="11689"/>
                    <a:pt x="1103" y="11689"/>
                  </a:cubicBezTo>
                  <a:cubicBezTo>
                    <a:pt x="1387" y="11689"/>
                    <a:pt x="1607" y="11563"/>
                    <a:pt x="1828" y="11374"/>
                  </a:cubicBezTo>
                  <a:lnTo>
                    <a:pt x="3403" y="9799"/>
                  </a:lnTo>
                  <a:cubicBezTo>
                    <a:pt x="3718" y="9484"/>
                    <a:pt x="3781" y="9011"/>
                    <a:pt x="3592" y="8633"/>
                  </a:cubicBezTo>
                  <a:lnTo>
                    <a:pt x="4411" y="7782"/>
                  </a:lnTo>
                  <a:cubicBezTo>
                    <a:pt x="5199" y="8444"/>
                    <a:pt x="6207" y="8853"/>
                    <a:pt x="7278" y="8853"/>
                  </a:cubicBezTo>
                  <a:cubicBezTo>
                    <a:pt x="7298" y="8854"/>
                    <a:pt x="7318" y="8854"/>
                    <a:pt x="7338" y="8854"/>
                  </a:cubicBezTo>
                  <a:cubicBezTo>
                    <a:pt x="9830" y="8854"/>
                    <a:pt x="11815" y="6881"/>
                    <a:pt x="11815" y="4443"/>
                  </a:cubicBezTo>
                  <a:cubicBezTo>
                    <a:pt x="11815" y="2017"/>
                    <a:pt x="9799" y="1"/>
                    <a:pt x="73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685800">
                <a:defRPr/>
              </a:pPr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0293345-CD29-236E-3C04-E9DAE90EE3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488" y="224118"/>
            <a:ext cx="969253" cy="945924"/>
          </a:xfrm>
          <a:prstGeom prst="ellipse">
            <a:avLst/>
          </a:prstGeom>
          <a:ln w="190500" cap="rnd">
            <a:noFill/>
            <a:prstDash val="solid"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  <p:pic>
        <p:nvPicPr>
          <p:cNvPr id="4" name="Graphic 3" descr="Map with pin">
            <a:extLst>
              <a:ext uri="{FF2B5EF4-FFF2-40B4-BE49-F238E27FC236}">
                <a16:creationId xmlns:a16="http://schemas.microsoft.com/office/drawing/2014/main" id="{FA8F72B1-D4F5-F751-7C09-1B562D2BFF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1086" y="4162087"/>
            <a:ext cx="426500" cy="5788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4CD689-57E1-A5BB-7FF5-EC451EDA2F63}"/>
              </a:ext>
            </a:extLst>
          </p:cNvPr>
          <p:cNvSpPr txBox="1"/>
          <p:nvPr/>
        </p:nvSpPr>
        <p:spPr>
          <a:xfrm>
            <a:off x="940816" y="4266832"/>
            <a:ext cx="4162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Andalus" panose="02020603050405020304" pitchFamily="18" charset="-78"/>
                <a:cs typeface="Andalus" panose="02020603050405020304" pitchFamily="18" charset="-78"/>
              </a:rPr>
              <a:t>Kornokathi</a:t>
            </a:r>
            <a:r>
              <a:rPr lang="en-US" sz="1400" dirty="0">
                <a:latin typeface="Andalus" panose="02020603050405020304" pitchFamily="18" charset="-78"/>
                <a:cs typeface="Andalus" panose="02020603050405020304" pitchFamily="18" charset="-78"/>
              </a:rPr>
              <a:t>, Barishal-8254, Bangladesh</a:t>
            </a:r>
          </a:p>
        </p:txBody>
      </p:sp>
    </p:spTree>
    <p:extLst>
      <p:ext uri="{BB962C8B-B14F-4D97-AF65-F5344CB8AC3E}">
        <p14:creationId xmlns:p14="http://schemas.microsoft.com/office/powerpoint/2010/main" val="414449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CC6DB8-37F9-9516-0099-18C0BDD52A38}"/>
              </a:ext>
            </a:extLst>
          </p:cNvPr>
          <p:cNvSpPr/>
          <p:nvPr/>
        </p:nvSpPr>
        <p:spPr>
          <a:xfrm>
            <a:off x="1924493" y="1769843"/>
            <a:ext cx="557146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B90CD-6205-74BD-26F1-51F74288D1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25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665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Custom 44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71920"/>
      </a:accent1>
      <a:accent2>
        <a:srgbClr val="F04E23"/>
      </a:accent2>
      <a:accent3>
        <a:srgbClr val="F37021"/>
      </a:accent3>
      <a:accent4>
        <a:srgbClr val="FFBE0E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181</TotalTime>
  <Words>264</Words>
  <Application>Microsoft Office PowerPoint</Application>
  <PresentationFormat>On-screen Show (16:9)</PresentationFormat>
  <Paragraphs>76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5" baseType="lpstr">
      <vt:lpstr>Calibri</vt:lpstr>
      <vt:lpstr>Impact</vt:lpstr>
      <vt:lpstr>Arial</vt:lpstr>
      <vt:lpstr>ADLaM Display</vt:lpstr>
      <vt:lpstr>Calibri Light</vt:lpstr>
      <vt:lpstr>Open Sans</vt:lpstr>
      <vt:lpstr>Georgia</vt:lpstr>
      <vt:lpstr>Raleway</vt:lpstr>
      <vt:lpstr>Algerian</vt:lpstr>
      <vt:lpstr>Proxima Nova</vt:lpstr>
      <vt:lpstr>Arial Black</vt:lpstr>
      <vt:lpstr>Andalus</vt:lpstr>
      <vt:lpstr>Bahnschrift Condensed</vt:lpstr>
      <vt:lpstr>Metropolitan</vt:lpstr>
      <vt:lpstr>Office Theme</vt:lpstr>
      <vt:lpstr>PowerPoint Presentation</vt:lpstr>
      <vt:lpstr>Business Model of SR Company</vt:lpstr>
      <vt:lpstr>Overview of SR Company</vt:lpstr>
      <vt:lpstr>Products &amp; Services</vt:lpstr>
      <vt:lpstr>Dashboard</vt:lpstr>
      <vt:lpstr>Analysis of SR Company</vt:lpstr>
      <vt:lpstr>Video of SR Company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SAEDUR RAHMAN</dc:creator>
  <cp:lastModifiedBy>SAEDUR RAHMAN</cp:lastModifiedBy>
  <cp:revision>14</cp:revision>
  <dcterms:modified xsi:type="dcterms:W3CDTF">2024-10-28T02:08:51Z</dcterms:modified>
</cp:coreProperties>
</file>